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 id="2147483683" r:id="rId2"/>
  </p:sldMasterIdLst>
  <p:notesMasterIdLst>
    <p:notesMasterId r:id="rId31"/>
  </p:notesMasterIdLst>
  <p:sldIdLst>
    <p:sldId id="256" r:id="rId3"/>
    <p:sldId id="345" r:id="rId4"/>
    <p:sldId id="318" r:id="rId5"/>
    <p:sldId id="467" r:id="rId6"/>
    <p:sldId id="469" r:id="rId7"/>
    <p:sldId id="324" r:id="rId8"/>
    <p:sldId id="464" r:id="rId9"/>
    <p:sldId id="326" r:id="rId10"/>
    <p:sldId id="327" r:id="rId11"/>
    <p:sldId id="329" r:id="rId12"/>
    <p:sldId id="346" r:id="rId13"/>
    <p:sldId id="465" r:id="rId14"/>
    <p:sldId id="468" r:id="rId15"/>
    <p:sldId id="470" r:id="rId16"/>
    <p:sldId id="471" r:id="rId17"/>
    <p:sldId id="472" r:id="rId18"/>
    <p:sldId id="285" r:id="rId19"/>
    <p:sldId id="287" r:id="rId20"/>
    <p:sldId id="286" r:id="rId21"/>
    <p:sldId id="288" r:id="rId22"/>
    <p:sldId id="289" r:id="rId23"/>
    <p:sldId id="290" r:id="rId24"/>
    <p:sldId id="291" r:id="rId25"/>
    <p:sldId id="292" r:id="rId26"/>
    <p:sldId id="296" r:id="rId27"/>
    <p:sldId id="473" r:id="rId28"/>
    <p:sldId id="303" r:id="rId29"/>
    <p:sldId id="30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95"/>
    <p:restoredTop sz="94575"/>
  </p:normalViewPr>
  <p:slideViewPr>
    <p:cSldViewPr snapToGrid="0">
      <p:cViewPr varScale="1">
        <p:scale>
          <a:sx n="103" d="100"/>
          <a:sy n="103" d="100"/>
        </p:scale>
        <p:origin x="96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0ECA89-540B-1A42-A1F4-CFAF348975E7}" type="datetimeFigureOut">
              <a:rPr lang="en-US" smtClean="0"/>
              <a:t>3/9/26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92014D-9094-E342-A994-83D5E8C037DD}" type="slidenum">
              <a:rPr lang="en-US" smtClean="0"/>
              <a:t>‹#›</a:t>
            </a:fld>
            <a:endParaRPr lang="en-US"/>
          </a:p>
        </p:txBody>
      </p:sp>
    </p:spTree>
    <p:extLst>
      <p:ext uri="{BB962C8B-B14F-4D97-AF65-F5344CB8AC3E}">
        <p14:creationId xmlns:p14="http://schemas.microsoft.com/office/powerpoint/2010/main" val="4020834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2" name="Google Shape;412;p1:notes"/>
          <p:cNvSpPr txBox="1">
            <a:spLocks noGrp="1"/>
          </p:cNvSpPr>
          <p:nvPr>
            <p:ph type="body" idx="1"/>
          </p:nvPr>
        </p:nvSpPr>
        <p:spPr>
          <a:xfrm>
            <a:off x="731520" y="4560570"/>
            <a:ext cx="5852160" cy="4320540"/>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413" name="Google Shape;413;p1:notes"/>
          <p:cNvSpPr txBox="1">
            <a:spLocks noGrp="1"/>
          </p:cNvSpPr>
          <p:nvPr>
            <p:ph type="sldNum" idx="12"/>
          </p:nvPr>
        </p:nvSpPr>
        <p:spPr>
          <a:xfrm>
            <a:off x="4143587" y="9119474"/>
            <a:ext cx="3169920" cy="480060"/>
          </a:xfrm>
          <a:prstGeom prst="rect">
            <a:avLst/>
          </a:prstGeom>
          <a:noFill/>
          <a:ln>
            <a:noFill/>
          </a:ln>
        </p:spPr>
        <p:txBody>
          <a:bodyPr spcFirstLastPara="1" wrap="square" lIns="96650" tIns="48325" rIns="96650" bIns="4832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D5311A-BEFA-4F4B-AAC5-4E5F283CA6EC}" type="slidenum">
              <a:rPr lang="en-US" smtClean="0"/>
              <a:t>6</a:t>
            </a:fld>
            <a:endParaRPr lang="en-US" dirty="0"/>
          </a:p>
        </p:txBody>
      </p:sp>
    </p:spTree>
    <p:extLst>
      <p:ext uri="{BB962C8B-B14F-4D97-AF65-F5344CB8AC3E}">
        <p14:creationId xmlns:p14="http://schemas.microsoft.com/office/powerpoint/2010/main" val="3818504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92014D-9094-E342-A994-83D5E8C037DD}" type="slidenum">
              <a:rPr lang="en-US" smtClean="0"/>
              <a:t>12</a:t>
            </a:fld>
            <a:endParaRPr lang="en-US"/>
          </a:p>
        </p:txBody>
      </p:sp>
    </p:spTree>
    <p:extLst>
      <p:ext uri="{BB962C8B-B14F-4D97-AF65-F5344CB8AC3E}">
        <p14:creationId xmlns:p14="http://schemas.microsoft.com/office/powerpoint/2010/main" val="1995589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92014D-9094-E342-A994-83D5E8C037DD}" type="slidenum">
              <a:rPr lang="en-US" smtClean="0"/>
              <a:t>13</a:t>
            </a:fld>
            <a:endParaRPr lang="en-US"/>
          </a:p>
        </p:txBody>
      </p:sp>
    </p:spTree>
    <p:extLst>
      <p:ext uri="{BB962C8B-B14F-4D97-AF65-F5344CB8AC3E}">
        <p14:creationId xmlns:p14="http://schemas.microsoft.com/office/powerpoint/2010/main" val="1046178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30: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603" name="Google Shape;603;p3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32: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617" name="Google Shape;617;p3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31: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610" name="Google Shape;610;p3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33: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624" name="Google Shape;624;p3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34: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631" name="Google Shape;631;p3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p35: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637" name="Google Shape;637;p3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36: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646" name="Google Shape;646;p3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37: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655" name="Google Shape;655;p3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41: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683" name="Google Shape;683;p4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p4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3" name="Google Shape;733;p48:notes"/>
          <p:cNvSpPr txBox="1">
            <a:spLocks noGrp="1"/>
          </p:cNvSpPr>
          <p:nvPr>
            <p:ph type="body" idx="1"/>
          </p:nvPr>
        </p:nvSpPr>
        <p:spPr>
          <a:xfrm>
            <a:off x="731520" y="4560570"/>
            <a:ext cx="5852160" cy="4320540"/>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734" name="Google Shape;734;p48:notes"/>
          <p:cNvSpPr txBox="1">
            <a:spLocks noGrp="1"/>
          </p:cNvSpPr>
          <p:nvPr>
            <p:ph type="sldNum" idx="12"/>
          </p:nvPr>
        </p:nvSpPr>
        <p:spPr>
          <a:xfrm>
            <a:off x="4143587" y="9119474"/>
            <a:ext cx="3169920" cy="480060"/>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51: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765" name="Google Shape;765;p5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11" name="Content Placeholder 10"/>
          <p:cNvSpPr>
            <a:spLocks noGrp="1"/>
          </p:cNvSpPr>
          <p:nvPr>
            <p:ph sz="quarter" idx="16"/>
          </p:nvPr>
        </p:nvSpPr>
        <p:spPr>
          <a:xfrm>
            <a:off x="406400" y="1752600"/>
            <a:ext cx="11379200" cy="32766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cNvSpPr>
            <a:spLocks noGrp="1"/>
          </p:cNvSpPr>
          <p:nvPr>
            <p:ph sz="quarter" idx="15" hasCustomPrompt="1"/>
          </p:nvPr>
        </p:nvSpPr>
        <p:spPr>
          <a:xfrm>
            <a:off x="406400" y="5029200"/>
            <a:ext cx="11379200" cy="1143000"/>
          </a:xfrm>
          <a:prstGeom prst="rect">
            <a:avLst/>
          </a:prstGeom>
        </p:spPr>
        <p:txBody>
          <a:bodyPr/>
          <a:lstStyle>
            <a:lvl1pPr marL="0" indent="0">
              <a:spcBef>
                <a:spcPts val="1000"/>
              </a:spcBef>
              <a:buFont typeface="Arial" charset="0"/>
              <a:buNone/>
              <a:defRPr sz="2000" b="0" i="0" baseline="0">
                <a:solidFill>
                  <a:schemeClr val="tx1"/>
                </a:solidFill>
                <a:latin typeface="Times New Roman" charset="0"/>
                <a:ea typeface="Times New Roman" charset="0"/>
                <a:cs typeface="Times New Roman"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1635075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3946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99538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3946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E431D40-8659-490C-A847-96CF64C15299}"/>
              </a:ext>
            </a:extLst>
          </p:cNvPr>
          <p:cNvSpPr>
            <a:spLocks noGrp="1"/>
          </p:cNvSpPr>
          <p:nvPr>
            <p:ph sz="quarter" idx="13"/>
          </p:nvPr>
        </p:nvSpPr>
        <p:spPr>
          <a:xfrm>
            <a:off x="-1291113" y="2290576"/>
            <a:ext cx="11379200" cy="390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89452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1973020"/>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E431D40-8659-490C-A847-96CF64C15299}"/>
              </a:ext>
            </a:extLst>
          </p:cNvPr>
          <p:cNvSpPr>
            <a:spLocks noGrp="1"/>
          </p:cNvSpPr>
          <p:nvPr>
            <p:ph sz="quarter" idx="13"/>
          </p:nvPr>
        </p:nvSpPr>
        <p:spPr>
          <a:xfrm>
            <a:off x="406400" y="4339741"/>
            <a:ext cx="11379200" cy="390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0AC5F648-714F-41B3-B0A9-EFB467D0BFB2}"/>
              </a:ext>
            </a:extLst>
          </p:cNvPr>
          <p:cNvSpPr>
            <a:spLocks noGrp="1"/>
          </p:cNvSpPr>
          <p:nvPr>
            <p:ph sz="quarter" idx="14"/>
          </p:nvPr>
        </p:nvSpPr>
        <p:spPr>
          <a:xfrm>
            <a:off x="406400" y="5022851"/>
            <a:ext cx="11379200" cy="606425"/>
          </a:xfrm>
          <a:prstGeom prst="rect">
            <a:avLst/>
          </a:prstGeom>
        </p:spPr>
        <p:txBody>
          <a:bodyPr/>
          <a:lstStyle>
            <a:lvl1pPr>
              <a:buClr>
                <a:srgbClr val="911B21"/>
              </a:buClr>
              <a:defRPr sz="2600">
                <a:latin typeface="Times New Roman" panose="02020603050405020304" pitchFamily="18" charset="0"/>
                <a:cs typeface="Times New Roman" panose="02020603050405020304" pitchFamily="18" charset="0"/>
              </a:defRPr>
            </a:lvl1pPr>
            <a:lvl2pPr marL="685800" indent="-228600">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D94DD2EA-EA3F-4637-934F-678F8B946642}"/>
              </a:ext>
            </a:extLst>
          </p:cNvPr>
          <p:cNvSpPr>
            <a:spLocks noGrp="1"/>
          </p:cNvSpPr>
          <p:nvPr>
            <p:ph sz="quarter" idx="15"/>
          </p:nvPr>
        </p:nvSpPr>
        <p:spPr>
          <a:xfrm>
            <a:off x="406400" y="5781676"/>
            <a:ext cx="11379200" cy="606425"/>
          </a:xfrm>
          <a:prstGeom prst="rect">
            <a:avLst/>
          </a:prstGeom>
        </p:spPr>
        <p:txBody>
          <a:bodyPr/>
          <a:lstStyle>
            <a:lvl1pPr>
              <a:buClr>
                <a:srgbClr val="911B21"/>
              </a:buClr>
              <a:defRPr>
                <a:latin typeface="Times New Roman" panose="02020603050405020304" pitchFamily="18" charset="0"/>
                <a:cs typeface="Times New Roman" panose="02020603050405020304" pitchFamily="18" charset="0"/>
              </a:defRPr>
            </a:lvl1pPr>
            <a:lvl2pPr marL="685800" indent="-228600">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a:extLst>
              <a:ext uri="{FF2B5EF4-FFF2-40B4-BE49-F238E27FC236}">
                <a16:creationId xmlns:a16="http://schemas.microsoft.com/office/drawing/2014/main" id="{AB0A3D6A-283C-43F3-B8C1-9A067413E002}"/>
              </a:ext>
            </a:extLst>
          </p:cNvPr>
          <p:cNvSpPr txBox="1">
            <a:spLocks/>
          </p:cNvSpPr>
          <p:nvPr userDrawn="1"/>
        </p:nvSpPr>
        <p:spPr>
          <a:xfrm>
            <a:off x="8606769" y="6351500"/>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4" name="Footer Placeholder 4">
            <a:extLst>
              <a:ext uri="{FF2B5EF4-FFF2-40B4-BE49-F238E27FC236}">
                <a16:creationId xmlns:a16="http://schemas.microsoft.com/office/drawing/2014/main" id="{C0241161-D882-4165-B334-2C14A08BB8E0}"/>
              </a:ext>
            </a:extLst>
          </p:cNvPr>
          <p:cNvSpPr txBox="1">
            <a:spLocks/>
          </p:cNvSpPr>
          <p:nvPr userDrawn="1"/>
        </p:nvSpPr>
        <p:spPr>
          <a:xfrm>
            <a:off x="4034769" y="635150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Tree>
    <p:extLst>
      <p:ext uri="{BB962C8B-B14F-4D97-AF65-F5344CB8AC3E}">
        <p14:creationId xmlns:p14="http://schemas.microsoft.com/office/powerpoint/2010/main" val="1168117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3946525"/>
          </a:xfrm>
          <a:prstGeom prst="rect">
            <a:avLst/>
          </a:prstGeom>
        </p:spPr>
        <p:txBody>
          <a:bodyPr/>
          <a:lstStyle>
            <a:lvl1pPr>
              <a:lnSpc>
                <a:spcPct val="100000"/>
              </a:lnSpc>
              <a:spcBef>
                <a:spcPts val="624"/>
              </a:spcBef>
              <a:buClr>
                <a:srgbClr val="911B21"/>
              </a:buClr>
              <a:defRPr lang="en-US" sz="2600" smtClean="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lang="en-US" smtClean="0">
                <a:latin typeface="Times New Roman" panose="02020603050405020304" pitchFamily="18" charset="0"/>
                <a:cs typeface="Times New Roman" panose="02020603050405020304" pitchFamily="18" charset="0"/>
              </a:defRPr>
            </a:lvl2pPr>
            <a:lvl3pPr>
              <a:lnSpc>
                <a:spcPct val="100000"/>
              </a:lnSpc>
              <a:spcBef>
                <a:spcPts val="624"/>
              </a:spcBef>
              <a:defRPr lang="en-US" smtClean="0">
                <a:latin typeface="Times New Roman" panose="02020603050405020304" pitchFamily="18" charset="0"/>
                <a:cs typeface="Times New Roman" panose="02020603050405020304" pitchFamily="18" charset="0"/>
              </a:defRPr>
            </a:lvl3pPr>
            <a:lvl4pPr>
              <a:lnSpc>
                <a:spcPct val="100000"/>
              </a:lnSpc>
              <a:spcBef>
                <a:spcPts val="624"/>
              </a:spcBef>
              <a:defRPr lang="en-US" smtClean="0">
                <a:latin typeface="Times New Roman" panose="02020603050405020304" pitchFamily="18" charset="0"/>
                <a:cs typeface="Times New Roman" panose="02020603050405020304" pitchFamily="18" charset="0"/>
              </a:defRPr>
            </a:lvl4pPr>
            <a:lvl5pPr>
              <a:lnSpc>
                <a:spcPct val="100000"/>
              </a:lnSpc>
              <a:spcBef>
                <a:spcPts val="624"/>
              </a:spcBef>
              <a:defRPr lang="en-US">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CE5805C8-4641-4DD9-8EEE-8E3542D17AA8}"/>
              </a:ext>
            </a:extLst>
          </p:cNvPr>
          <p:cNvSpPr>
            <a:spLocks noGrp="1"/>
          </p:cNvSpPr>
          <p:nvPr>
            <p:ph type="pic" sz="quarter" idx="13"/>
          </p:nvPr>
        </p:nvSpPr>
        <p:spPr>
          <a:xfrm>
            <a:off x="11154834" y="4035425"/>
            <a:ext cx="1113367" cy="1290638"/>
          </a:xfrm>
          <a:prstGeom prst="rect">
            <a:avLst/>
          </a:prstGeom>
        </p:spPr>
        <p:txBody>
          <a:bodyPr/>
          <a:lstStyle/>
          <a:p>
            <a:endParaRPr lang="en-US"/>
          </a:p>
        </p:txBody>
      </p:sp>
      <p:sp>
        <p:nvSpPr>
          <p:cNvPr id="4" name="Table Placeholder 3">
            <a:extLst>
              <a:ext uri="{FF2B5EF4-FFF2-40B4-BE49-F238E27FC236}">
                <a16:creationId xmlns:a16="http://schemas.microsoft.com/office/drawing/2014/main" id="{9A1B72CE-EF87-477F-BA79-2E8C1521179A}"/>
              </a:ext>
            </a:extLst>
          </p:cNvPr>
          <p:cNvSpPr>
            <a:spLocks noGrp="1"/>
          </p:cNvSpPr>
          <p:nvPr>
            <p:ph type="tbl" sz="quarter" idx="14"/>
          </p:nvPr>
        </p:nvSpPr>
        <p:spPr>
          <a:xfrm>
            <a:off x="11154834" y="3125789"/>
            <a:ext cx="912284" cy="682625"/>
          </a:xfrm>
          <a:prstGeom prst="rect">
            <a:avLst/>
          </a:prstGeom>
        </p:spPr>
        <p:txBody>
          <a:bodyPr/>
          <a:lstStyle/>
          <a:p>
            <a:endParaRPr lang="en-US"/>
          </a:p>
        </p:txBody>
      </p:sp>
      <p:sp>
        <p:nvSpPr>
          <p:cNvPr id="10" name="Picture Placeholder 9">
            <a:extLst>
              <a:ext uri="{FF2B5EF4-FFF2-40B4-BE49-F238E27FC236}">
                <a16:creationId xmlns:a16="http://schemas.microsoft.com/office/drawing/2014/main" id="{C4B1DF00-9DC3-492A-B100-4D3272B82AD0}"/>
              </a:ext>
            </a:extLst>
          </p:cNvPr>
          <p:cNvSpPr>
            <a:spLocks noGrp="1"/>
          </p:cNvSpPr>
          <p:nvPr>
            <p:ph type="pic" sz="quarter" idx="15"/>
          </p:nvPr>
        </p:nvSpPr>
        <p:spPr>
          <a:xfrm>
            <a:off x="11154834" y="2214564"/>
            <a:ext cx="1037167" cy="682625"/>
          </a:xfrm>
          <a:prstGeom prst="rect">
            <a:avLst/>
          </a:prstGeom>
        </p:spPr>
        <p:txBody>
          <a:bodyPr/>
          <a:lstStyle/>
          <a:p>
            <a:endParaRPr lang="en-US"/>
          </a:p>
        </p:txBody>
      </p:sp>
      <p:sp>
        <p:nvSpPr>
          <p:cNvPr id="12" name="Content Placeholder 11">
            <a:extLst>
              <a:ext uri="{FF2B5EF4-FFF2-40B4-BE49-F238E27FC236}">
                <a16:creationId xmlns:a16="http://schemas.microsoft.com/office/drawing/2014/main" id="{7776DD1F-6897-4F1A-BC22-7DBC28584A42}"/>
              </a:ext>
            </a:extLst>
          </p:cNvPr>
          <p:cNvSpPr>
            <a:spLocks noGrp="1"/>
          </p:cNvSpPr>
          <p:nvPr>
            <p:ph sz="quarter" idx="16"/>
          </p:nvPr>
        </p:nvSpPr>
        <p:spPr>
          <a:xfrm>
            <a:off x="366940" y="4768589"/>
            <a:ext cx="11379200" cy="758825"/>
          </a:xfrm>
          <a:prstGeom prst="rect">
            <a:avLst/>
          </a:prstGeom>
        </p:spPr>
        <p:txBody>
          <a:bodyPr/>
          <a:lstStyle>
            <a:lvl1pPr>
              <a:defRPr lang="en-US" sz="2600"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lnSpc>
                <a:spcPct val="100000"/>
              </a:lnSpc>
              <a:spcBef>
                <a:spcPts val="624"/>
              </a:spcBef>
              <a:buClr>
                <a:srgbClr val="911B21"/>
              </a:buClr>
            </a:pPr>
            <a:r>
              <a:rPr lang="en-US" dirty="0"/>
              <a:t>Click to edit Master text styles</a:t>
            </a:r>
          </a:p>
          <a:p>
            <a:pPr lvl="1">
              <a:lnSpc>
                <a:spcPct val="100000"/>
              </a:lnSpc>
              <a:spcBef>
                <a:spcPts val="624"/>
              </a:spcBef>
              <a:buClr>
                <a:srgbClr val="911B21"/>
              </a:buClr>
              <a:buSzPct val="80000"/>
              <a:buFont typeface="Courier New" panose="02070309020205020404" pitchFamily="49" charset="0"/>
              <a:buChar char="o"/>
            </a:pPr>
            <a:r>
              <a:rPr lang="en-US" dirty="0"/>
              <a:t>Second level</a:t>
            </a:r>
          </a:p>
          <a:p>
            <a:pPr lvl="2">
              <a:lnSpc>
                <a:spcPct val="100000"/>
              </a:lnSpc>
              <a:spcBef>
                <a:spcPts val="624"/>
              </a:spcBef>
            </a:pPr>
            <a:r>
              <a:rPr lang="en-US" dirty="0"/>
              <a:t>Third level</a:t>
            </a:r>
          </a:p>
          <a:p>
            <a:pPr lvl="3">
              <a:lnSpc>
                <a:spcPct val="100000"/>
              </a:lnSpc>
              <a:spcBef>
                <a:spcPts val="624"/>
              </a:spcBef>
            </a:pPr>
            <a:r>
              <a:rPr lang="en-US" dirty="0"/>
              <a:t>Fourth level</a:t>
            </a:r>
          </a:p>
          <a:p>
            <a:pPr lvl="4">
              <a:lnSpc>
                <a:spcPct val="100000"/>
              </a:lnSpc>
              <a:spcBef>
                <a:spcPts val="624"/>
              </a:spcBef>
            </a:pPr>
            <a:r>
              <a:rPr lang="en-US" dirty="0"/>
              <a:t>Fifth level</a:t>
            </a:r>
          </a:p>
        </p:txBody>
      </p:sp>
      <p:sp>
        <p:nvSpPr>
          <p:cNvPr id="14" name="Content Placeholder 13">
            <a:extLst>
              <a:ext uri="{FF2B5EF4-FFF2-40B4-BE49-F238E27FC236}">
                <a16:creationId xmlns:a16="http://schemas.microsoft.com/office/drawing/2014/main" id="{98CFB20B-7480-4C5A-8DF1-F11AAD7E5605}"/>
              </a:ext>
            </a:extLst>
          </p:cNvPr>
          <p:cNvSpPr>
            <a:spLocks noGrp="1"/>
          </p:cNvSpPr>
          <p:nvPr>
            <p:ph sz="quarter" idx="17"/>
          </p:nvPr>
        </p:nvSpPr>
        <p:spPr>
          <a:xfrm>
            <a:off x="-1088727" y="5053134"/>
            <a:ext cx="11379200" cy="257175"/>
          </a:xfrm>
          <a:prstGeom prst="rect">
            <a:avLst/>
          </a:prstGeom>
        </p:spPr>
        <p:txBody>
          <a:bodyPr/>
          <a:lstStyle>
            <a:lvl1pPr>
              <a:defRPr lang="en-US" sz="2600"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lnSpc>
                <a:spcPct val="100000"/>
              </a:lnSpc>
              <a:spcBef>
                <a:spcPts val="624"/>
              </a:spcBef>
              <a:buClr>
                <a:srgbClr val="911B21"/>
              </a:buClr>
            </a:pPr>
            <a:r>
              <a:rPr lang="en-US" dirty="0"/>
              <a:t>Click to edit Master text styles</a:t>
            </a:r>
          </a:p>
          <a:p>
            <a:pPr lvl="1">
              <a:lnSpc>
                <a:spcPct val="100000"/>
              </a:lnSpc>
              <a:spcBef>
                <a:spcPts val="624"/>
              </a:spcBef>
              <a:buClr>
                <a:srgbClr val="911B21"/>
              </a:buClr>
              <a:buSzPct val="80000"/>
              <a:buFont typeface="Courier New" panose="02070309020205020404" pitchFamily="49" charset="0"/>
              <a:buChar char="o"/>
            </a:pPr>
            <a:r>
              <a:rPr lang="en-US" dirty="0"/>
              <a:t>Second level</a:t>
            </a:r>
          </a:p>
          <a:p>
            <a:pPr lvl="2">
              <a:lnSpc>
                <a:spcPct val="100000"/>
              </a:lnSpc>
              <a:spcBef>
                <a:spcPts val="624"/>
              </a:spcBef>
            </a:pPr>
            <a:r>
              <a:rPr lang="en-US" dirty="0"/>
              <a:t>Third level</a:t>
            </a:r>
          </a:p>
          <a:p>
            <a:pPr lvl="3">
              <a:lnSpc>
                <a:spcPct val="100000"/>
              </a:lnSpc>
              <a:spcBef>
                <a:spcPts val="624"/>
              </a:spcBef>
            </a:pPr>
            <a:r>
              <a:rPr lang="en-US" dirty="0"/>
              <a:t>Fourth level</a:t>
            </a:r>
          </a:p>
          <a:p>
            <a:pPr lvl="4">
              <a:lnSpc>
                <a:spcPct val="100000"/>
              </a:lnSpc>
              <a:spcBef>
                <a:spcPts val="624"/>
              </a:spcBef>
            </a:pPr>
            <a:r>
              <a:rPr lang="en-US" dirty="0"/>
              <a:t>Fifth level</a:t>
            </a:r>
          </a:p>
        </p:txBody>
      </p:sp>
      <p:sp>
        <p:nvSpPr>
          <p:cNvPr id="5" name="Picture Placeholder 4">
            <a:extLst>
              <a:ext uri="{FF2B5EF4-FFF2-40B4-BE49-F238E27FC236}">
                <a16:creationId xmlns:a16="http://schemas.microsoft.com/office/drawing/2014/main" id="{EB687367-93D1-4521-BBD6-A0564CA4FC64}"/>
              </a:ext>
            </a:extLst>
          </p:cNvPr>
          <p:cNvSpPr>
            <a:spLocks noGrp="1"/>
          </p:cNvSpPr>
          <p:nvPr>
            <p:ph type="pic" sz="quarter" idx="18"/>
          </p:nvPr>
        </p:nvSpPr>
        <p:spPr>
          <a:xfrm>
            <a:off x="12268201" y="3049589"/>
            <a:ext cx="1113367" cy="985837"/>
          </a:xfrm>
          <a:prstGeom prst="rect">
            <a:avLst/>
          </a:prstGeom>
        </p:spPr>
        <p:txBody>
          <a:bodyPr/>
          <a:lstStyle/>
          <a:p>
            <a:endParaRPr lang="en-US"/>
          </a:p>
        </p:txBody>
      </p:sp>
    </p:spTree>
    <p:extLst>
      <p:ext uri="{BB962C8B-B14F-4D97-AF65-F5344CB8AC3E}">
        <p14:creationId xmlns:p14="http://schemas.microsoft.com/office/powerpoint/2010/main" val="2264685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15240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IN" dirty="0"/>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3429000"/>
            <a:ext cx="11379200" cy="152400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5029200"/>
            <a:ext cx="11379200" cy="99060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Slide Number Placeholder 3">
            <a:extLst>
              <a:ext uri="{FF2B5EF4-FFF2-40B4-BE49-F238E27FC236}">
                <a16:creationId xmlns:a16="http://schemas.microsoft.com/office/drawing/2014/main" id="{A72BACE4-69FF-4409-99CE-9BCD2C9878D8}"/>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0" name="Footer Placeholder 4">
            <a:extLst>
              <a:ext uri="{FF2B5EF4-FFF2-40B4-BE49-F238E27FC236}">
                <a16:creationId xmlns:a16="http://schemas.microsoft.com/office/drawing/2014/main" id="{277DF617-D7C9-4AAC-ABB4-DFF0A77AE8FF}"/>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3541166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84155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IN" dirty="0"/>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973631"/>
            <a:ext cx="11379200" cy="83484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41184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406400" y="4953305"/>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406400" y="5766107"/>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Slide Number Placeholder 3">
            <a:extLst>
              <a:ext uri="{FF2B5EF4-FFF2-40B4-BE49-F238E27FC236}">
                <a16:creationId xmlns:a16="http://schemas.microsoft.com/office/drawing/2014/main" id="{C3A17AB6-8208-4636-B70A-4B280921E8E8}"/>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2" name="Footer Placeholder 4">
            <a:extLst>
              <a:ext uri="{FF2B5EF4-FFF2-40B4-BE49-F238E27FC236}">
                <a16:creationId xmlns:a16="http://schemas.microsoft.com/office/drawing/2014/main" id="{9D48A4B4-62FA-47D4-A8EC-046A13201B68}"/>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3606058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1"/>
            <a:ext cx="11379200" cy="68976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518260"/>
            <a:ext cx="11379200" cy="75895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3353105"/>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406400" y="40361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406400" y="479511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IN" dirty="0"/>
              <a:t>Copyright ©2020 John Wiley &amp; Sons, Inc. </a:t>
            </a:r>
            <a:endParaRPr lang="en-US" dirty="0"/>
          </a:p>
        </p:txBody>
      </p:sp>
      <p:sp>
        <p:nvSpPr>
          <p:cNvPr id="11" name="Content Placeholder 8">
            <a:extLst>
              <a:ext uri="{FF2B5EF4-FFF2-40B4-BE49-F238E27FC236}">
                <a16:creationId xmlns:a16="http://schemas.microsoft.com/office/drawing/2014/main" id="{F641CCC3-3BAF-49BA-81A2-3696342DF5C5}"/>
              </a:ext>
            </a:extLst>
          </p:cNvPr>
          <p:cNvSpPr>
            <a:spLocks noGrp="1"/>
          </p:cNvSpPr>
          <p:nvPr>
            <p:ph sz="quarter" idx="21"/>
          </p:nvPr>
        </p:nvSpPr>
        <p:spPr>
          <a:xfrm>
            <a:off x="406400" y="55540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2" name="Slide Number Placeholder 3">
            <a:extLst>
              <a:ext uri="{FF2B5EF4-FFF2-40B4-BE49-F238E27FC236}">
                <a16:creationId xmlns:a16="http://schemas.microsoft.com/office/drawing/2014/main" id="{3FC7C8C2-8E53-4648-8149-C8D83CA97CE9}"/>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3" name="Footer Placeholder 4">
            <a:extLst>
              <a:ext uri="{FF2B5EF4-FFF2-40B4-BE49-F238E27FC236}">
                <a16:creationId xmlns:a16="http://schemas.microsoft.com/office/drawing/2014/main" id="{37BE712D-A6E6-4E02-9B94-8A539F732706}"/>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2348846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84155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973631"/>
            <a:ext cx="11379200" cy="83484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41184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406401" y="4953305"/>
            <a:ext cx="326096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406401" y="5766107"/>
            <a:ext cx="326096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Content Placeholder 8">
            <a:extLst>
              <a:ext uri="{FF2B5EF4-FFF2-40B4-BE49-F238E27FC236}">
                <a16:creationId xmlns:a16="http://schemas.microsoft.com/office/drawing/2014/main" id="{F641CCC3-3BAF-49BA-81A2-3696342DF5C5}"/>
              </a:ext>
            </a:extLst>
          </p:cNvPr>
          <p:cNvSpPr>
            <a:spLocks noGrp="1"/>
          </p:cNvSpPr>
          <p:nvPr>
            <p:ph sz="quarter" idx="21"/>
          </p:nvPr>
        </p:nvSpPr>
        <p:spPr>
          <a:xfrm>
            <a:off x="4173327" y="4948654"/>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2" name="Content Placeholder 8">
            <a:extLst>
              <a:ext uri="{FF2B5EF4-FFF2-40B4-BE49-F238E27FC236}">
                <a16:creationId xmlns:a16="http://schemas.microsoft.com/office/drawing/2014/main" id="{F641CCC3-3BAF-49BA-81A2-3696342DF5C5}"/>
              </a:ext>
            </a:extLst>
          </p:cNvPr>
          <p:cNvSpPr>
            <a:spLocks noGrp="1"/>
          </p:cNvSpPr>
          <p:nvPr>
            <p:ph sz="quarter" idx="22"/>
          </p:nvPr>
        </p:nvSpPr>
        <p:spPr>
          <a:xfrm>
            <a:off x="4173327" y="5761456"/>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3" name="Content Placeholder 8">
            <a:extLst>
              <a:ext uri="{FF2B5EF4-FFF2-40B4-BE49-F238E27FC236}">
                <a16:creationId xmlns:a16="http://schemas.microsoft.com/office/drawing/2014/main" id="{F641CCC3-3BAF-49BA-81A2-3696342DF5C5}"/>
              </a:ext>
            </a:extLst>
          </p:cNvPr>
          <p:cNvSpPr>
            <a:spLocks noGrp="1"/>
          </p:cNvSpPr>
          <p:nvPr>
            <p:ph sz="quarter" idx="23"/>
          </p:nvPr>
        </p:nvSpPr>
        <p:spPr>
          <a:xfrm>
            <a:off x="8153401" y="4948654"/>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4" name="Content Placeholder 8">
            <a:extLst>
              <a:ext uri="{FF2B5EF4-FFF2-40B4-BE49-F238E27FC236}">
                <a16:creationId xmlns:a16="http://schemas.microsoft.com/office/drawing/2014/main" id="{F641CCC3-3BAF-49BA-81A2-3696342DF5C5}"/>
              </a:ext>
            </a:extLst>
          </p:cNvPr>
          <p:cNvSpPr>
            <a:spLocks noGrp="1"/>
          </p:cNvSpPr>
          <p:nvPr>
            <p:ph sz="quarter" idx="24"/>
          </p:nvPr>
        </p:nvSpPr>
        <p:spPr>
          <a:xfrm>
            <a:off x="8153401" y="5761456"/>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5" name="Slide Number Placeholder 3">
            <a:extLst>
              <a:ext uri="{FF2B5EF4-FFF2-40B4-BE49-F238E27FC236}">
                <a16:creationId xmlns:a16="http://schemas.microsoft.com/office/drawing/2014/main" id="{4BE15919-8751-4BE4-AA33-50DF1CCA64E4}"/>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6" name="Footer Placeholder 4">
            <a:extLst>
              <a:ext uri="{FF2B5EF4-FFF2-40B4-BE49-F238E27FC236}">
                <a16:creationId xmlns:a16="http://schemas.microsoft.com/office/drawing/2014/main" id="{35B39872-5D7C-431B-B547-3FC6F0E6034C}"/>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398212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533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375848"/>
            <a:ext cx="11379200" cy="291152"/>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88203" y="2764808"/>
            <a:ext cx="11379200" cy="394648"/>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10" name="Content Placeholder 9"/>
          <p:cNvSpPr>
            <a:spLocks noGrp="1"/>
          </p:cNvSpPr>
          <p:nvPr>
            <p:ph sz="quarter" idx="19"/>
          </p:nvPr>
        </p:nvSpPr>
        <p:spPr>
          <a:xfrm>
            <a:off x="406400" y="3298208"/>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2" name="Content Placeholder 11"/>
          <p:cNvSpPr>
            <a:spLocks noGrp="1"/>
          </p:cNvSpPr>
          <p:nvPr>
            <p:ph sz="quarter" idx="20"/>
          </p:nvPr>
        </p:nvSpPr>
        <p:spPr>
          <a:xfrm>
            <a:off x="406400" y="3831608"/>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4" name="Content Placeholder 13"/>
          <p:cNvSpPr>
            <a:spLocks noGrp="1"/>
          </p:cNvSpPr>
          <p:nvPr>
            <p:ph sz="quarter" idx="21"/>
          </p:nvPr>
        </p:nvSpPr>
        <p:spPr>
          <a:xfrm>
            <a:off x="406400" y="4365008"/>
            <a:ext cx="11379200" cy="3048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6" name="Content Placeholder 15"/>
          <p:cNvSpPr>
            <a:spLocks noGrp="1"/>
          </p:cNvSpPr>
          <p:nvPr>
            <p:ph sz="quarter" idx="22"/>
          </p:nvPr>
        </p:nvSpPr>
        <p:spPr>
          <a:xfrm>
            <a:off x="406400" y="4822208"/>
            <a:ext cx="11379200" cy="304800"/>
          </a:xfrm>
          <a:prstGeom prst="rect">
            <a:avLst/>
          </a:prstGeom>
        </p:spPr>
        <p:txBody>
          <a:bodyPr/>
          <a:lstStyle>
            <a:lvl1pPr>
              <a:buNone/>
              <a:defRPr cap="none" baseline="0">
                <a:latin typeface="Times New Roman" pitchFamily="18" charset="0"/>
              </a:defRPr>
            </a:lvl1pPr>
          </a:lstStyle>
          <a:p>
            <a:pPr lvl="0"/>
            <a:endParaRPr lang="en-US" dirty="0"/>
          </a:p>
        </p:txBody>
      </p:sp>
      <p:sp>
        <p:nvSpPr>
          <p:cNvPr id="18" name="Content Placeholder 17"/>
          <p:cNvSpPr>
            <a:spLocks noGrp="1"/>
          </p:cNvSpPr>
          <p:nvPr>
            <p:ph sz="quarter" idx="23"/>
          </p:nvPr>
        </p:nvSpPr>
        <p:spPr>
          <a:xfrm>
            <a:off x="406400" y="5279408"/>
            <a:ext cx="11379200" cy="304800"/>
          </a:xfrm>
          <a:prstGeom prst="rect">
            <a:avLst/>
          </a:prstGeom>
        </p:spPr>
        <p:txBody>
          <a:bodyPr/>
          <a:lstStyle>
            <a:lvl1pPr>
              <a:buNone/>
              <a:defRPr baseline="0">
                <a:latin typeface="Times New Roman" pitchFamily="18" charset="0"/>
              </a:defRPr>
            </a:lvl1pPr>
          </a:lstStyle>
          <a:p>
            <a:pPr lvl="0"/>
            <a:endParaRPr lang="en-US" dirty="0"/>
          </a:p>
        </p:txBody>
      </p:sp>
      <p:sp>
        <p:nvSpPr>
          <p:cNvPr id="20" name="Content Placeholder 19"/>
          <p:cNvSpPr>
            <a:spLocks noGrp="1"/>
          </p:cNvSpPr>
          <p:nvPr>
            <p:ph sz="quarter" idx="24"/>
          </p:nvPr>
        </p:nvSpPr>
        <p:spPr>
          <a:xfrm>
            <a:off x="508000" y="5660408"/>
            <a:ext cx="11277600" cy="228600"/>
          </a:xfrm>
          <a:prstGeom prst="rect">
            <a:avLst/>
          </a:prstGeom>
        </p:spPr>
        <p:txBody>
          <a:bodyPr/>
          <a:lstStyle>
            <a:lvl1pPr>
              <a:buNone/>
              <a:defRPr baseline="0">
                <a:latin typeface="Times New Roman" pitchFamily="18" charset="0"/>
              </a:defRPr>
            </a:lvl1pPr>
          </a:lstStyle>
          <a:p>
            <a:pPr lvl="0"/>
            <a:endParaRPr lang="en-US" dirty="0"/>
          </a:p>
        </p:txBody>
      </p:sp>
      <p:sp>
        <p:nvSpPr>
          <p:cNvPr id="15" name="Slide Number Placeholder 3">
            <a:extLst>
              <a:ext uri="{FF2B5EF4-FFF2-40B4-BE49-F238E27FC236}">
                <a16:creationId xmlns:a16="http://schemas.microsoft.com/office/drawing/2014/main" id="{78EB9964-3E34-4002-B0B3-CA179067C39A}"/>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7" name="Footer Placeholder 4">
            <a:extLst>
              <a:ext uri="{FF2B5EF4-FFF2-40B4-BE49-F238E27FC236}">
                <a16:creationId xmlns:a16="http://schemas.microsoft.com/office/drawing/2014/main" id="{6F53CD61-F10A-4FD0-B019-99E2468A5F8E}"/>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419384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408709"/>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214680"/>
            <a:ext cx="11379200" cy="291152"/>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88203" y="2594155"/>
            <a:ext cx="11379200" cy="394648"/>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10" name="Content Placeholder 9"/>
          <p:cNvSpPr>
            <a:spLocks noGrp="1"/>
          </p:cNvSpPr>
          <p:nvPr>
            <p:ph sz="quarter" idx="19"/>
          </p:nvPr>
        </p:nvSpPr>
        <p:spPr>
          <a:xfrm>
            <a:off x="406400" y="3049525"/>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2" name="Content Placeholder 11"/>
          <p:cNvSpPr>
            <a:spLocks noGrp="1"/>
          </p:cNvSpPr>
          <p:nvPr>
            <p:ph sz="quarter" idx="20"/>
          </p:nvPr>
        </p:nvSpPr>
        <p:spPr>
          <a:xfrm>
            <a:off x="406400" y="3504895"/>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4" name="Content Placeholder 13"/>
          <p:cNvSpPr>
            <a:spLocks noGrp="1"/>
          </p:cNvSpPr>
          <p:nvPr>
            <p:ph sz="quarter" idx="21"/>
          </p:nvPr>
        </p:nvSpPr>
        <p:spPr>
          <a:xfrm>
            <a:off x="406400" y="3960265"/>
            <a:ext cx="11379200" cy="3048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6" name="Content Placeholder 15"/>
          <p:cNvSpPr>
            <a:spLocks noGrp="1"/>
          </p:cNvSpPr>
          <p:nvPr>
            <p:ph sz="quarter" idx="22"/>
          </p:nvPr>
        </p:nvSpPr>
        <p:spPr>
          <a:xfrm>
            <a:off x="406400" y="4415635"/>
            <a:ext cx="11379200" cy="304800"/>
          </a:xfrm>
          <a:prstGeom prst="rect">
            <a:avLst/>
          </a:prstGeom>
        </p:spPr>
        <p:txBody>
          <a:bodyPr/>
          <a:lstStyle>
            <a:lvl1pPr>
              <a:buNone/>
              <a:defRPr cap="none" baseline="0">
                <a:latin typeface="Times New Roman" pitchFamily="18" charset="0"/>
              </a:defRPr>
            </a:lvl1pPr>
          </a:lstStyle>
          <a:p>
            <a:pPr lvl="0"/>
            <a:endParaRPr lang="en-US" dirty="0"/>
          </a:p>
        </p:txBody>
      </p:sp>
      <p:sp>
        <p:nvSpPr>
          <p:cNvPr id="18" name="Content Placeholder 17"/>
          <p:cNvSpPr>
            <a:spLocks noGrp="1"/>
          </p:cNvSpPr>
          <p:nvPr>
            <p:ph sz="quarter" idx="23"/>
          </p:nvPr>
        </p:nvSpPr>
        <p:spPr>
          <a:xfrm>
            <a:off x="406400" y="4871005"/>
            <a:ext cx="11379200" cy="304800"/>
          </a:xfrm>
          <a:prstGeom prst="rect">
            <a:avLst/>
          </a:prstGeom>
        </p:spPr>
        <p:txBody>
          <a:bodyPr/>
          <a:lstStyle>
            <a:lvl1pPr>
              <a:buNone/>
              <a:defRPr baseline="0">
                <a:latin typeface="Times New Roman" pitchFamily="18" charset="0"/>
              </a:defRPr>
            </a:lvl1pPr>
          </a:lstStyle>
          <a:p>
            <a:pPr lvl="0"/>
            <a:endParaRPr lang="en-US" dirty="0"/>
          </a:p>
        </p:txBody>
      </p:sp>
      <p:sp>
        <p:nvSpPr>
          <p:cNvPr id="20" name="Content Placeholder 19"/>
          <p:cNvSpPr>
            <a:spLocks noGrp="1"/>
          </p:cNvSpPr>
          <p:nvPr>
            <p:ph sz="quarter" idx="24"/>
          </p:nvPr>
        </p:nvSpPr>
        <p:spPr>
          <a:xfrm>
            <a:off x="508000" y="5326375"/>
            <a:ext cx="11277600" cy="228600"/>
          </a:xfrm>
          <a:prstGeom prst="rect">
            <a:avLst/>
          </a:prstGeom>
        </p:spPr>
        <p:txBody>
          <a:bodyPr/>
          <a:lstStyle>
            <a:lvl1pPr>
              <a:buNone/>
              <a:defRPr baseline="0">
                <a:latin typeface="Times New Roman" pitchFamily="18" charset="0"/>
              </a:defRPr>
            </a:lvl1pPr>
          </a:lstStyle>
          <a:p>
            <a:pPr lvl="0"/>
            <a:endParaRPr lang="en-US" dirty="0"/>
          </a:p>
        </p:txBody>
      </p:sp>
      <p:sp>
        <p:nvSpPr>
          <p:cNvPr id="8" name="Content Placeholder 7">
            <a:extLst>
              <a:ext uri="{FF2B5EF4-FFF2-40B4-BE49-F238E27FC236}">
                <a16:creationId xmlns:a16="http://schemas.microsoft.com/office/drawing/2014/main" id="{58E4D1A0-6F20-4C86-8185-E1F69676C220}"/>
              </a:ext>
            </a:extLst>
          </p:cNvPr>
          <p:cNvSpPr>
            <a:spLocks noGrp="1"/>
          </p:cNvSpPr>
          <p:nvPr>
            <p:ph sz="quarter" idx="25"/>
          </p:nvPr>
        </p:nvSpPr>
        <p:spPr>
          <a:xfrm>
            <a:off x="429684" y="5781745"/>
            <a:ext cx="6475863" cy="304800"/>
          </a:xfrm>
          <a:prstGeom prst="rect">
            <a:avLst/>
          </a:prstGeom>
        </p:spPr>
        <p:txBody>
          <a:bodyPr/>
          <a:lstStyle>
            <a:lvl1pPr marL="0" indent="0">
              <a:buNone/>
              <a:defRPr/>
            </a:lvl1pPr>
          </a:lstStyle>
          <a:p>
            <a:pPr lvl="0"/>
            <a:endParaRPr lang="en-US" dirty="0"/>
          </a:p>
        </p:txBody>
      </p:sp>
      <p:sp>
        <p:nvSpPr>
          <p:cNvPr id="15" name="Content Placeholder 7">
            <a:extLst>
              <a:ext uri="{FF2B5EF4-FFF2-40B4-BE49-F238E27FC236}">
                <a16:creationId xmlns:a16="http://schemas.microsoft.com/office/drawing/2014/main" id="{58E4D1A0-6F20-4C86-8185-E1F69676C220}"/>
              </a:ext>
            </a:extLst>
          </p:cNvPr>
          <p:cNvSpPr>
            <a:spLocks noGrp="1"/>
          </p:cNvSpPr>
          <p:nvPr>
            <p:ph sz="quarter" idx="26"/>
          </p:nvPr>
        </p:nvSpPr>
        <p:spPr>
          <a:xfrm>
            <a:off x="5185261" y="5764248"/>
            <a:ext cx="6475863" cy="304800"/>
          </a:xfrm>
          <a:prstGeom prst="rect">
            <a:avLst/>
          </a:prstGeom>
        </p:spPr>
        <p:txBody>
          <a:bodyPr/>
          <a:lstStyle>
            <a:lvl1pPr marL="0" indent="0">
              <a:buNone/>
              <a:defRPr/>
            </a:lvl1pPr>
          </a:lstStyle>
          <a:p>
            <a:pPr lvl="0"/>
            <a:endParaRPr lang="en-US" dirty="0"/>
          </a:p>
        </p:txBody>
      </p:sp>
      <p:sp>
        <p:nvSpPr>
          <p:cNvPr id="23"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08993" y="6356362"/>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24" name="Footer Placeholder 4">
            <a:extLst>
              <a:ext uri="{FF2B5EF4-FFF2-40B4-BE49-F238E27FC236}">
                <a16:creationId xmlns:a16="http://schemas.microsoft.com/office/drawing/2014/main" id="{8894F196-3B10-478F-B710-339354FA9E3E}"/>
              </a:ext>
            </a:extLst>
          </p:cNvPr>
          <p:cNvSpPr txBox="1">
            <a:spLocks/>
          </p:cNvSpPr>
          <p:nvPr userDrawn="1"/>
        </p:nvSpPr>
        <p:spPr>
          <a:xfrm>
            <a:off x="4036993" y="635636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Tree>
    <p:extLst>
      <p:ext uri="{BB962C8B-B14F-4D97-AF65-F5344CB8AC3E}">
        <p14:creationId xmlns:p14="http://schemas.microsoft.com/office/powerpoint/2010/main" val="24329286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445135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6299200" y="1752600"/>
            <a:ext cx="5486400" cy="445135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46ACF59F-042B-4CE1-AAE4-2FA4499AB366}"/>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7642CDE9-7E9A-40FF-9BB8-77380C68654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2320878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2819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6299200" y="1752600"/>
            <a:ext cx="5486400" cy="2819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9" name="Content Placeholder 8"/>
          <p:cNvSpPr>
            <a:spLocks noGrp="1"/>
          </p:cNvSpPr>
          <p:nvPr>
            <p:ph sz="quarter" idx="18"/>
          </p:nvPr>
        </p:nvSpPr>
        <p:spPr>
          <a:xfrm>
            <a:off x="3048000" y="4724401"/>
            <a:ext cx="6096000" cy="148907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Tree>
    <p:extLst>
      <p:ext uri="{BB962C8B-B14F-4D97-AF65-F5344CB8AC3E}">
        <p14:creationId xmlns:p14="http://schemas.microsoft.com/office/powerpoint/2010/main" val="16768116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182819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6299200" y="1752600"/>
            <a:ext cx="5486400" cy="182819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9" name="Content Placeholder 8"/>
          <p:cNvSpPr>
            <a:spLocks noGrp="1"/>
          </p:cNvSpPr>
          <p:nvPr>
            <p:ph sz="quarter" idx="18"/>
          </p:nvPr>
        </p:nvSpPr>
        <p:spPr>
          <a:xfrm>
            <a:off x="429174" y="3808475"/>
            <a:ext cx="5565633" cy="83484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8" name="Content Placeholder 7">
            <a:extLst>
              <a:ext uri="{FF2B5EF4-FFF2-40B4-BE49-F238E27FC236}">
                <a16:creationId xmlns:a16="http://schemas.microsoft.com/office/drawing/2014/main" id="{ECAAD719-5BF0-4C5E-BE8A-5C3956869DF9}"/>
              </a:ext>
            </a:extLst>
          </p:cNvPr>
          <p:cNvSpPr>
            <a:spLocks noGrp="1"/>
          </p:cNvSpPr>
          <p:nvPr>
            <p:ph sz="quarter" idx="19"/>
          </p:nvPr>
        </p:nvSpPr>
        <p:spPr>
          <a:xfrm>
            <a:off x="6299200" y="3808414"/>
            <a:ext cx="5463117" cy="83502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Content Placeholder 10">
            <a:extLst>
              <a:ext uri="{FF2B5EF4-FFF2-40B4-BE49-F238E27FC236}">
                <a16:creationId xmlns:a16="http://schemas.microsoft.com/office/drawing/2014/main" id="{DA815FFC-5DD1-44FE-91D7-17E9AFE9E701}"/>
              </a:ext>
            </a:extLst>
          </p:cNvPr>
          <p:cNvSpPr>
            <a:spLocks noGrp="1"/>
          </p:cNvSpPr>
          <p:nvPr>
            <p:ph sz="quarter" idx="20"/>
          </p:nvPr>
        </p:nvSpPr>
        <p:spPr>
          <a:xfrm>
            <a:off x="429683" y="4795839"/>
            <a:ext cx="5666317" cy="682327"/>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3" name="Content Placeholder 12">
            <a:extLst>
              <a:ext uri="{FF2B5EF4-FFF2-40B4-BE49-F238E27FC236}">
                <a16:creationId xmlns:a16="http://schemas.microsoft.com/office/drawing/2014/main" id="{5C82916B-0585-4B7E-9C9B-A7650469BF47}"/>
              </a:ext>
            </a:extLst>
          </p:cNvPr>
          <p:cNvSpPr>
            <a:spLocks noGrp="1"/>
          </p:cNvSpPr>
          <p:nvPr>
            <p:ph sz="quarter" idx="21"/>
          </p:nvPr>
        </p:nvSpPr>
        <p:spPr>
          <a:xfrm>
            <a:off x="6197600" y="4795839"/>
            <a:ext cx="5362840" cy="758222"/>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Tree>
    <p:extLst>
      <p:ext uri="{BB962C8B-B14F-4D97-AF65-F5344CB8AC3E}">
        <p14:creationId xmlns:p14="http://schemas.microsoft.com/office/powerpoint/2010/main" val="23839971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Image Slide: Version A">
    <p:spTree>
      <p:nvGrpSpPr>
        <p:cNvPr id="1" name=""/>
        <p:cNvGrpSpPr/>
        <p:nvPr/>
      </p:nvGrpSpPr>
      <p:grpSpPr>
        <a:xfrm>
          <a:off x="0" y="0"/>
          <a:ext cx="0" cy="0"/>
          <a:chOff x="0" y="0"/>
          <a:chExt cx="0" cy="0"/>
        </a:xfrm>
      </p:grpSpPr>
      <p:sp>
        <p:nvSpPr>
          <p:cNvPr id="6" name="Title 1"/>
          <p:cNvSpPr>
            <a:spLocks noGrp="1"/>
          </p:cNvSpPr>
          <p:nvPr>
            <p:ph type="title"/>
          </p:nvPr>
        </p:nvSpPr>
        <p:spPr>
          <a:xfrm>
            <a:off x="406400" y="5410202"/>
            <a:ext cx="11379200" cy="380999"/>
          </a:xfrm>
          <a:prstGeom prst="rect">
            <a:avLst/>
          </a:prstGeom>
        </p:spPr>
        <p:txBody>
          <a:bodyPr/>
          <a:lstStyle>
            <a:lvl1pPr>
              <a:defRPr sz="2000">
                <a:latin typeface="Times New Roman" charset="0"/>
                <a:ea typeface="Times New Roman" charset="0"/>
                <a:cs typeface="Times New Roman" charset="0"/>
              </a:defRPr>
            </a:lvl1pPr>
          </a:lstStyle>
          <a:p>
            <a:r>
              <a:rPr lang="en-US" dirty="0"/>
              <a:t>Click to edit Master title style</a:t>
            </a:r>
          </a:p>
        </p:txBody>
      </p:sp>
      <p:sp>
        <p:nvSpPr>
          <p:cNvPr id="5" name="Content Placeholder 2"/>
          <p:cNvSpPr>
            <a:spLocks noGrp="1"/>
          </p:cNvSpPr>
          <p:nvPr>
            <p:ph idx="1"/>
          </p:nvPr>
        </p:nvSpPr>
        <p:spPr>
          <a:xfrm>
            <a:off x="406400" y="609602"/>
            <a:ext cx="11379200" cy="4726179"/>
          </a:xfrm>
          <a:prstGeom prst="rect">
            <a:avLst/>
          </a:prstGeom>
        </p:spPr>
        <p:txBody>
          <a:bodyPr/>
          <a:lstStyle>
            <a:lvl1pPr marL="0" indent="0">
              <a:buNone/>
              <a:defRPr b="0" i="0">
                <a:latin typeface="Times New Roman" charset="0"/>
                <a:ea typeface="Times New Roman" charset="0"/>
                <a:cs typeface="Times New Roman" charset="0"/>
              </a:defRPr>
            </a:lvl1pPr>
          </a:lstStyle>
          <a:p>
            <a:pPr lvl="0"/>
            <a:endParaRPr lang="en-US" dirty="0"/>
          </a:p>
        </p:txBody>
      </p:sp>
      <p:sp>
        <p:nvSpPr>
          <p:cNvPr id="8" name="Content Placeholder 7"/>
          <p:cNvSpPr>
            <a:spLocks noGrp="1"/>
          </p:cNvSpPr>
          <p:nvPr>
            <p:ph sz="quarter" idx="12"/>
          </p:nvPr>
        </p:nvSpPr>
        <p:spPr>
          <a:xfrm>
            <a:off x="406400" y="5791201"/>
            <a:ext cx="11379200" cy="457199"/>
          </a:xfrm>
          <a:prstGeom prst="rect">
            <a:avLst/>
          </a:prstGeom>
        </p:spPr>
        <p:txBody>
          <a:bodyPr/>
          <a:lstStyle>
            <a:lvl1pPr marL="0" indent="0">
              <a:buNone/>
              <a:defRPr sz="2000" b="0" i="0">
                <a:latin typeface="Times New Roman" charset="0"/>
                <a:ea typeface="Times New Roman" charset="0"/>
                <a:cs typeface="Times New Roman" charset="0"/>
              </a:defRPr>
            </a:lvl1pPr>
          </a:lstStyle>
          <a:p>
            <a:pPr lvl="0"/>
            <a:endParaRPr lang="en-US" dirty="0"/>
          </a:p>
        </p:txBody>
      </p:sp>
      <p:sp>
        <p:nvSpPr>
          <p:cNvPr id="4" name="Slide Number Placeholder 3"/>
          <p:cNvSpPr>
            <a:spLocks noGrp="1"/>
          </p:cNvSpPr>
          <p:nvPr>
            <p:ph type="sldNum" sz="quarter" idx="11"/>
          </p:nvPr>
        </p:nvSpPr>
        <p:spPr>
          <a:xfrm>
            <a:off x="8610600" y="6356351"/>
            <a:ext cx="3175000" cy="365125"/>
          </a:xfrm>
        </p:spPr>
        <p:txBody>
          <a:bodyPr/>
          <a:lstStyle/>
          <a:p>
            <a:fld id="{43DD970A-8A59-5645-997B-8F1EF841716D}" type="slidenum">
              <a:rPr lang="en-US" smtClean="0"/>
              <a:pPr/>
              <a:t>‹#›</a:t>
            </a:fld>
            <a:endParaRPr lang="en-US" dirty="0"/>
          </a:p>
        </p:txBody>
      </p:sp>
      <p:sp>
        <p:nvSpPr>
          <p:cNvPr id="3" name="Footer Placeholder 2"/>
          <p:cNvSpPr>
            <a:spLocks noGrp="1"/>
          </p:cNvSpPr>
          <p:nvPr>
            <p:ph type="ftr" sz="quarter" idx="10"/>
          </p:nvPr>
        </p:nvSpPr>
        <p:spPr>
          <a:xfrm>
            <a:off x="4038600" y="6356351"/>
            <a:ext cx="41148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32558171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E4D96-C503-4BE0-9F48-7B0E0326CE62}"/>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E78F8EB2-C64A-42B7-AC64-C10457D985C9}"/>
              </a:ext>
            </a:extLst>
          </p:cNvP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a:extLst>
              <a:ext uri="{FF2B5EF4-FFF2-40B4-BE49-F238E27FC236}">
                <a16:creationId xmlns:a16="http://schemas.microsoft.com/office/drawing/2014/main" id="{1FA8BEA2-6D75-4F5A-A26E-60D47B7D78ED}"/>
              </a:ext>
            </a:extLst>
          </p:cNvPr>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445555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300E9C-26F9-4C6B-8472-C51EA3DF4D96}" type="slidenum">
              <a:rPr lang="en-US" smtClean="0"/>
              <a:pPr/>
              <a:t>‹#›</a:t>
            </a:fld>
            <a:endParaRPr lang="en-US" dirty="0"/>
          </a:p>
        </p:txBody>
      </p:sp>
    </p:spTree>
    <p:extLst>
      <p:ext uri="{BB962C8B-B14F-4D97-AF65-F5344CB8AC3E}">
        <p14:creationId xmlns:p14="http://schemas.microsoft.com/office/powerpoint/2010/main" val="39801350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F9A17BDC-DFC0-47A2-BE51-F3D8CD12C666}" type="slidenum">
              <a:rPr lang="en-US" smtClean="0"/>
              <a:pPr>
                <a:defRPr/>
              </a:pPr>
              <a:t>‹#›</a:t>
            </a:fld>
            <a:endParaRPr lang="en-US" dirty="0"/>
          </a:p>
        </p:txBody>
      </p:sp>
    </p:spTree>
    <p:extLst>
      <p:ext uri="{BB962C8B-B14F-4D97-AF65-F5344CB8AC3E}">
        <p14:creationId xmlns:p14="http://schemas.microsoft.com/office/powerpoint/2010/main" val="20252290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7_Section">
  <p:cSld name="10_Section">
    <p:spTree>
      <p:nvGrpSpPr>
        <p:cNvPr id="1" name="Shape 58"/>
        <p:cNvGrpSpPr/>
        <p:nvPr/>
      </p:nvGrpSpPr>
      <p:grpSpPr>
        <a:xfrm>
          <a:off x="0" y="0"/>
          <a:ext cx="0" cy="0"/>
          <a:chOff x="0" y="0"/>
          <a:chExt cx="0" cy="0"/>
        </a:xfrm>
      </p:grpSpPr>
      <p:sp>
        <p:nvSpPr>
          <p:cNvPr id="59" name="Google Shape;59;p81"/>
          <p:cNvSpPr txBox="1">
            <a:spLocks noGrp="1"/>
          </p:cNvSpPr>
          <p:nvPr>
            <p:ph type="title"/>
          </p:nvPr>
        </p:nvSpPr>
        <p:spPr>
          <a:xfrm>
            <a:off x="406400" y="620886"/>
            <a:ext cx="11379200" cy="83819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accent1"/>
              </a:buClr>
              <a:buSzPts val="4000"/>
              <a:buFont typeface="Times New Roman"/>
              <a:buNone/>
              <a:defRPr sz="4000" b="1" i="0">
                <a:solidFill>
                  <a:schemeClr val="accen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81"/>
          <p:cNvSpPr txBox="1"/>
          <p:nvPr/>
        </p:nvSpPr>
        <p:spPr>
          <a:xfrm>
            <a:off x="8610600" y="6356351"/>
            <a:ext cx="31750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888888"/>
                </a:solidFill>
                <a:latin typeface="Times New Roman"/>
                <a:ea typeface="Times New Roman"/>
                <a:cs typeface="Times New Roman"/>
                <a:sym typeface="Times New Roman"/>
              </a:rPr>
              <a:pPr marL="0" marR="0" lvl="0" indent="0" algn="r" rtl="0">
                <a:spcBef>
                  <a:spcPts val="0"/>
                </a:spcBef>
                <a:spcAft>
                  <a:spcPts val="0"/>
                </a:spcAft>
                <a:buNone/>
              </a:pPr>
              <a:t>‹#›</a:t>
            </a:fld>
            <a:endParaRPr sz="1200" b="0" i="0" u="none" strike="noStrike" cap="none">
              <a:solidFill>
                <a:srgbClr val="888888"/>
              </a:solidFill>
              <a:latin typeface="Times New Roman"/>
              <a:ea typeface="Times New Roman"/>
              <a:cs typeface="Times New Roman"/>
              <a:sym typeface="Times New Roman"/>
            </a:endParaRPr>
          </a:p>
        </p:txBody>
      </p:sp>
      <p:sp>
        <p:nvSpPr>
          <p:cNvPr id="61" name="Google Shape;61;p81"/>
          <p:cNvSpPr txBox="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rgbClr val="888888"/>
                </a:solidFill>
                <a:latin typeface="Times New Roman"/>
                <a:ea typeface="Times New Roman"/>
                <a:cs typeface="Times New Roman"/>
                <a:sym typeface="Times New Roman"/>
              </a:rPr>
              <a:t>Copyright ©2021 John Wiley &amp; Sons, Inc. </a:t>
            </a:r>
            <a:endParaRPr sz="1800"/>
          </a:p>
        </p:txBody>
      </p:sp>
      <p:sp>
        <p:nvSpPr>
          <p:cNvPr id="62" name="Google Shape;62;p81"/>
          <p:cNvSpPr txBox="1">
            <a:spLocks noGrp="1"/>
          </p:cNvSpPr>
          <p:nvPr>
            <p:ph type="body" idx="1"/>
          </p:nvPr>
        </p:nvSpPr>
        <p:spPr>
          <a:xfrm>
            <a:off x="406400" y="1911351"/>
            <a:ext cx="11379200" cy="3946525"/>
          </a:xfrm>
          <a:prstGeom prst="rect">
            <a:avLst/>
          </a:prstGeom>
          <a:noFill/>
          <a:ln>
            <a:noFill/>
          </a:ln>
        </p:spPr>
        <p:txBody>
          <a:bodyPr spcFirstLastPara="1" wrap="square" lIns="91425" tIns="45700" rIns="91425" bIns="45700" anchor="t" anchorCtr="0">
            <a:noAutofit/>
          </a:bodyPr>
          <a:lstStyle>
            <a:lvl1pPr marL="457200" marR="0" lvl="0" indent="-393700" algn="l" rtl="0">
              <a:lnSpc>
                <a:spcPct val="100000"/>
              </a:lnSpc>
              <a:spcBef>
                <a:spcPts val="624"/>
              </a:spcBef>
              <a:spcAft>
                <a:spcPts val="0"/>
              </a:spcAft>
              <a:buClr>
                <a:srgbClr val="911B21"/>
              </a:buClr>
              <a:buSzPts val="2600"/>
              <a:buFont typeface="Arial"/>
              <a:buChar char="•"/>
              <a:defRPr sz="2600" b="0" i="0" u="none" strike="noStrike" cap="none">
                <a:solidFill>
                  <a:schemeClr val="dk1"/>
                </a:solidFill>
                <a:latin typeface="Times New Roman"/>
                <a:ea typeface="Times New Roman"/>
                <a:cs typeface="Times New Roman"/>
                <a:sym typeface="Times New Roman"/>
              </a:defRPr>
            </a:lvl1pPr>
            <a:lvl2pPr marL="914400" marR="0" lvl="1" indent="-350519" algn="l" rtl="0">
              <a:lnSpc>
                <a:spcPct val="100000"/>
              </a:lnSpc>
              <a:spcBef>
                <a:spcPts val="624"/>
              </a:spcBef>
              <a:spcAft>
                <a:spcPts val="0"/>
              </a:spcAft>
              <a:buClr>
                <a:srgbClr val="911B21"/>
              </a:buClr>
              <a:buSzPts val="192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624"/>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100000"/>
              </a:lnSpc>
              <a:spcBef>
                <a:spcPts val="624"/>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100000"/>
              </a:lnSpc>
              <a:spcBef>
                <a:spcPts val="624"/>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3" name="Google Shape;63;p81"/>
          <p:cNvSpPr>
            <a:spLocks noGrp="1"/>
          </p:cNvSpPr>
          <p:nvPr>
            <p:ph type="pic" idx="2"/>
          </p:nvPr>
        </p:nvSpPr>
        <p:spPr>
          <a:xfrm>
            <a:off x="11154834" y="4035425"/>
            <a:ext cx="1113367" cy="1290638"/>
          </a:xfrm>
          <a:prstGeom prst="rect">
            <a:avLst/>
          </a:prstGeom>
          <a:noFill/>
          <a:ln>
            <a:noFill/>
          </a:ln>
        </p:spPr>
      </p:sp>
      <p:sp>
        <p:nvSpPr>
          <p:cNvPr id="64" name="Google Shape;64;p81"/>
          <p:cNvSpPr>
            <a:spLocks noGrp="1"/>
          </p:cNvSpPr>
          <p:nvPr>
            <p:ph type="tbl" idx="3"/>
          </p:nvPr>
        </p:nvSpPr>
        <p:spPr>
          <a:xfrm>
            <a:off x="11154834" y="3125789"/>
            <a:ext cx="912284" cy="6826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81"/>
          <p:cNvSpPr>
            <a:spLocks noGrp="1"/>
          </p:cNvSpPr>
          <p:nvPr>
            <p:ph type="pic" idx="4"/>
          </p:nvPr>
        </p:nvSpPr>
        <p:spPr>
          <a:xfrm>
            <a:off x="11154834" y="2214564"/>
            <a:ext cx="1037167" cy="682625"/>
          </a:xfrm>
          <a:prstGeom prst="rect">
            <a:avLst/>
          </a:prstGeom>
          <a:noFill/>
          <a:ln>
            <a:noFill/>
          </a:ln>
        </p:spPr>
      </p:sp>
      <p:sp>
        <p:nvSpPr>
          <p:cNvPr id="66" name="Google Shape;66;p81"/>
          <p:cNvSpPr txBox="1">
            <a:spLocks noGrp="1"/>
          </p:cNvSpPr>
          <p:nvPr>
            <p:ph type="body" idx="5"/>
          </p:nvPr>
        </p:nvSpPr>
        <p:spPr>
          <a:xfrm>
            <a:off x="366940" y="4768589"/>
            <a:ext cx="11379200" cy="758825"/>
          </a:xfrm>
          <a:prstGeom prst="rect">
            <a:avLst/>
          </a:prstGeom>
          <a:noFill/>
          <a:ln>
            <a:noFill/>
          </a:ln>
        </p:spPr>
        <p:txBody>
          <a:bodyPr spcFirstLastPara="1" wrap="square" lIns="91425" tIns="45700" rIns="91425" bIns="45700" anchor="t" anchorCtr="0">
            <a:noAutofit/>
          </a:bodyPr>
          <a:lstStyle>
            <a:lvl1pPr marL="457200" marR="0" lvl="0" indent="-393700" algn="l" rtl="0">
              <a:lnSpc>
                <a:spcPct val="90000"/>
              </a:lnSpc>
              <a:spcBef>
                <a:spcPts val="1000"/>
              </a:spcBef>
              <a:spcAft>
                <a:spcPts val="0"/>
              </a:spcAft>
              <a:buClr>
                <a:schemeClr val="dk1"/>
              </a:buClr>
              <a:buSzPts val="2600"/>
              <a:buFont typeface="Arial"/>
              <a:buChar char="•"/>
              <a:defRPr sz="26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7" name="Google Shape;67;p81"/>
          <p:cNvSpPr txBox="1">
            <a:spLocks noGrp="1"/>
          </p:cNvSpPr>
          <p:nvPr>
            <p:ph type="body" idx="6"/>
          </p:nvPr>
        </p:nvSpPr>
        <p:spPr>
          <a:xfrm>
            <a:off x="-1088727" y="5053134"/>
            <a:ext cx="11379200" cy="257175"/>
          </a:xfrm>
          <a:prstGeom prst="rect">
            <a:avLst/>
          </a:prstGeom>
          <a:noFill/>
          <a:ln>
            <a:noFill/>
          </a:ln>
        </p:spPr>
        <p:txBody>
          <a:bodyPr spcFirstLastPara="1" wrap="square" lIns="91425" tIns="45700" rIns="91425" bIns="45700" anchor="t" anchorCtr="0">
            <a:noAutofit/>
          </a:bodyPr>
          <a:lstStyle>
            <a:lvl1pPr marL="457200" marR="0" lvl="0" indent="-393700" algn="l" rtl="0">
              <a:lnSpc>
                <a:spcPct val="90000"/>
              </a:lnSpc>
              <a:spcBef>
                <a:spcPts val="1000"/>
              </a:spcBef>
              <a:spcAft>
                <a:spcPts val="0"/>
              </a:spcAft>
              <a:buClr>
                <a:schemeClr val="dk1"/>
              </a:buClr>
              <a:buSzPts val="2600"/>
              <a:buFont typeface="Arial"/>
              <a:buChar char="•"/>
              <a:defRPr sz="26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8" name="Google Shape;68;p81"/>
          <p:cNvSpPr>
            <a:spLocks noGrp="1"/>
          </p:cNvSpPr>
          <p:nvPr>
            <p:ph type="pic" idx="7"/>
          </p:nvPr>
        </p:nvSpPr>
        <p:spPr>
          <a:xfrm>
            <a:off x="12268201" y="3049589"/>
            <a:ext cx="1113367" cy="985837"/>
          </a:xfrm>
          <a:prstGeom prst="rect">
            <a:avLst/>
          </a:prstGeom>
          <a:noFill/>
          <a:ln>
            <a:noFill/>
          </a:ln>
        </p:spPr>
      </p:sp>
    </p:spTree>
    <p:extLst>
      <p:ext uri="{BB962C8B-B14F-4D97-AF65-F5344CB8AC3E}">
        <p14:creationId xmlns:p14="http://schemas.microsoft.com/office/powerpoint/2010/main" val="2926736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_Section">
  <p:cSld name="10_Section">
    <p:spTree>
      <p:nvGrpSpPr>
        <p:cNvPr id="1" name="Shape 79"/>
        <p:cNvGrpSpPr/>
        <p:nvPr/>
      </p:nvGrpSpPr>
      <p:grpSpPr>
        <a:xfrm>
          <a:off x="0" y="0"/>
          <a:ext cx="0" cy="0"/>
          <a:chOff x="0" y="0"/>
          <a:chExt cx="0" cy="0"/>
        </a:xfrm>
      </p:grpSpPr>
      <p:sp>
        <p:nvSpPr>
          <p:cNvPr id="80" name="Google Shape;80;p83"/>
          <p:cNvSpPr txBox="1">
            <a:spLocks noGrp="1"/>
          </p:cNvSpPr>
          <p:nvPr>
            <p:ph type="title"/>
          </p:nvPr>
        </p:nvSpPr>
        <p:spPr>
          <a:xfrm>
            <a:off x="406400" y="762001"/>
            <a:ext cx="11379200" cy="83819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accent1"/>
              </a:buClr>
              <a:buSzPts val="4000"/>
              <a:buFont typeface="Times New Roman"/>
              <a:buNone/>
              <a:defRPr sz="4000" b="1" i="0">
                <a:solidFill>
                  <a:schemeClr val="accen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83"/>
          <p:cNvSpPr txBox="1">
            <a:spLocks noGrp="1"/>
          </p:cNvSpPr>
          <p:nvPr>
            <p:ph type="body" idx="1"/>
          </p:nvPr>
        </p:nvSpPr>
        <p:spPr>
          <a:xfrm>
            <a:off x="406400" y="1752600"/>
            <a:ext cx="11379200" cy="4087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2" name="Google Shape;82;p83"/>
          <p:cNvSpPr txBox="1">
            <a:spLocks noGrp="1"/>
          </p:cNvSpPr>
          <p:nvPr>
            <p:ph type="body" idx="2"/>
          </p:nvPr>
        </p:nvSpPr>
        <p:spPr>
          <a:xfrm>
            <a:off x="406400" y="2214680"/>
            <a:ext cx="11379200" cy="29115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 name="Google Shape;83;p83"/>
          <p:cNvSpPr txBox="1">
            <a:spLocks noGrp="1"/>
          </p:cNvSpPr>
          <p:nvPr>
            <p:ph type="body" idx="3"/>
          </p:nvPr>
        </p:nvSpPr>
        <p:spPr>
          <a:xfrm>
            <a:off x="388203" y="2594155"/>
            <a:ext cx="11379200" cy="39464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4" name="Google Shape;84;p83"/>
          <p:cNvSpPr txBox="1">
            <a:spLocks noGrp="1"/>
          </p:cNvSpPr>
          <p:nvPr>
            <p:ph type="body" idx="4"/>
          </p:nvPr>
        </p:nvSpPr>
        <p:spPr>
          <a:xfrm>
            <a:off x="406400" y="3049525"/>
            <a:ext cx="1137920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5" name="Google Shape;85;p83"/>
          <p:cNvSpPr txBox="1">
            <a:spLocks noGrp="1"/>
          </p:cNvSpPr>
          <p:nvPr>
            <p:ph type="body" idx="5"/>
          </p:nvPr>
        </p:nvSpPr>
        <p:spPr>
          <a:xfrm>
            <a:off x="406400" y="3504895"/>
            <a:ext cx="1137920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6" name="Google Shape;86;p83"/>
          <p:cNvSpPr txBox="1">
            <a:spLocks noGrp="1"/>
          </p:cNvSpPr>
          <p:nvPr>
            <p:ph type="body" idx="6"/>
          </p:nvPr>
        </p:nvSpPr>
        <p:spPr>
          <a:xfrm>
            <a:off x="406400" y="3960265"/>
            <a:ext cx="113792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83"/>
          <p:cNvSpPr txBox="1">
            <a:spLocks noGrp="1"/>
          </p:cNvSpPr>
          <p:nvPr>
            <p:ph type="body" idx="7"/>
          </p:nvPr>
        </p:nvSpPr>
        <p:spPr>
          <a:xfrm>
            <a:off x="406400" y="4415635"/>
            <a:ext cx="113792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8" name="Google Shape;88;p83"/>
          <p:cNvSpPr txBox="1">
            <a:spLocks noGrp="1"/>
          </p:cNvSpPr>
          <p:nvPr>
            <p:ph type="body" idx="8"/>
          </p:nvPr>
        </p:nvSpPr>
        <p:spPr>
          <a:xfrm>
            <a:off x="406400" y="4871005"/>
            <a:ext cx="113792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9" name="Google Shape;89;p83"/>
          <p:cNvSpPr txBox="1">
            <a:spLocks noGrp="1"/>
          </p:cNvSpPr>
          <p:nvPr>
            <p:ph type="body" idx="9"/>
          </p:nvPr>
        </p:nvSpPr>
        <p:spPr>
          <a:xfrm>
            <a:off x="508000" y="5326375"/>
            <a:ext cx="11277600" cy="228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0" name="Google Shape;90;p83"/>
          <p:cNvSpPr txBox="1">
            <a:spLocks noGrp="1"/>
          </p:cNvSpPr>
          <p:nvPr>
            <p:ph type="body" idx="13"/>
          </p:nvPr>
        </p:nvSpPr>
        <p:spPr>
          <a:xfrm>
            <a:off x="429684" y="5781745"/>
            <a:ext cx="6475863"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1" name="Google Shape;91;p83"/>
          <p:cNvSpPr txBox="1">
            <a:spLocks noGrp="1"/>
          </p:cNvSpPr>
          <p:nvPr>
            <p:ph type="body" idx="14"/>
          </p:nvPr>
        </p:nvSpPr>
        <p:spPr>
          <a:xfrm>
            <a:off x="5185261" y="5764248"/>
            <a:ext cx="6475863"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2" name="Google Shape;92;p83"/>
          <p:cNvSpPr txBox="1"/>
          <p:nvPr/>
        </p:nvSpPr>
        <p:spPr>
          <a:xfrm>
            <a:off x="8608993" y="6356362"/>
            <a:ext cx="31750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888888"/>
                </a:solidFill>
                <a:latin typeface="Times New Roman"/>
                <a:ea typeface="Times New Roman"/>
                <a:cs typeface="Times New Roman"/>
                <a:sym typeface="Times New Roman"/>
              </a:rPr>
              <a:pPr marL="0" marR="0" lvl="0" indent="0" algn="r" rtl="0">
                <a:spcBef>
                  <a:spcPts val="0"/>
                </a:spcBef>
                <a:spcAft>
                  <a:spcPts val="0"/>
                </a:spcAft>
                <a:buNone/>
              </a:pPr>
              <a:t>‹#›</a:t>
            </a:fld>
            <a:endParaRPr sz="1200" b="0" i="0" u="none" strike="noStrike" cap="none">
              <a:solidFill>
                <a:srgbClr val="888888"/>
              </a:solidFill>
              <a:latin typeface="Times New Roman"/>
              <a:ea typeface="Times New Roman"/>
              <a:cs typeface="Times New Roman"/>
              <a:sym typeface="Times New Roman"/>
            </a:endParaRPr>
          </a:p>
        </p:txBody>
      </p:sp>
      <p:sp>
        <p:nvSpPr>
          <p:cNvPr id="93" name="Google Shape;93;p83"/>
          <p:cNvSpPr txBox="1"/>
          <p:nvPr/>
        </p:nvSpPr>
        <p:spPr>
          <a:xfrm>
            <a:off x="4036993" y="6356362"/>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rgbClr val="888888"/>
                </a:solidFill>
                <a:latin typeface="Times New Roman"/>
                <a:ea typeface="Times New Roman"/>
                <a:cs typeface="Times New Roman"/>
                <a:sym typeface="Times New Roman"/>
              </a:rPr>
              <a:t>Copyright ©2021 John Wiley &amp; Sons, Inc. </a:t>
            </a:r>
            <a:endParaRPr sz="1800"/>
          </a:p>
        </p:txBody>
      </p:sp>
    </p:spTree>
    <p:extLst>
      <p:ext uri="{BB962C8B-B14F-4D97-AF65-F5344CB8AC3E}">
        <p14:creationId xmlns:p14="http://schemas.microsoft.com/office/powerpoint/2010/main" val="1049678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p:cSld name="10_Section">
    <p:spTree>
      <p:nvGrpSpPr>
        <p:cNvPr id="1" name="Shape 37"/>
        <p:cNvGrpSpPr/>
        <p:nvPr/>
      </p:nvGrpSpPr>
      <p:grpSpPr>
        <a:xfrm>
          <a:off x="0" y="0"/>
          <a:ext cx="0" cy="0"/>
          <a:chOff x="0" y="0"/>
          <a:chExt cx="0" cy="0"/>
        </a:xfrm>
      </p:grpSpPr>
      <p:sp>
        <p:nvSpPr>
          <p:cNvPr id="38" name="Google Shape;38;p79"/>
          <p:cNvSpPr txBox="1">
            <a:spLocks noGrp="1"/>
          </p:cNvSpPr>
          <p:nvPr>
            <p:ph type="title"/>
          </p:nvPr>
        </p:nvSpPr>
        <p:spPr>
          <a:xfrm>
            <a:off x="406400" y="620886"/>
            <a:ext cx="11379200" cy="83819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accent1"/>
              </a:buClr>
              <a:buSzPts val="4000"/>
              <a:buFont typeface="Times New Roman"/>
              <a:buNone/>
              <a:defRPr sz="4000" b="1" i="0">
                <a:solidFill>
                  <a:schemeClr val="accen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79"/>
          <p:cNvSpPr txBox="1">
            <a:spLocks noGrp="1"/>
          </p:cNvSpPr>
          <p:nvPr>
            <p:ph type="sldNum" idx="12"/>
          </p:nvPr>
        </p:nvSpPr>
        <p:spPr>
          <a:xfrm>
            <a:off x="8610600" y="6356351"/>
            <a:ext cx="31750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
        <p:nvSpPr>
          <p:cNvPr id="40" name="Google Shape;40;p79"/>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79"/>
          <p:cNvSpPr txBox="1"/>
          <p:nvPr/>
        </p:nvSpPr>
        <p:spPr>
          <a:xfrm>
            <a:off x="8610600" y="6356351"/>
            <a:ext cx="31750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888888"/>
                </a:solidFill>
                <a:latin typeface="Times New Roman"/>
                <a:ea typeface="Times New Roman"/>
                <a:cs typeface="Times New Roman"/>
                <a:sym typeface="Times New Roman"/>
              </a:rPr>
              <a:pPr marL="0" marR="0" lvl="0" indent="0" algn="r" rtl="0">
                <a:spcBef>
                  <a:spcPts val="0"/>
                </a:spcBef>
                <a:spcAft>
                  <a:spcPts val="0"/>
                </a:spcAft>
                <a:buNone/>
              </a:pPr>
              <a:t>‹#›</a:t>
            </a:fld>
            <a:endParaRPr sz="1200" b="0" i="0" u="none" strike="noStrike" cap="none">
              <a:solidFill>
                <a:srgbClr val="888888"/>
              </a:solidFill>
              <a:latin typeface="Times New Roman"/>
              <a:ea typeface="Times New Roman"/>
              <a:cs typeface="Times New Roman"/>
              <a:sym typeface="Times New Roman"/>
            </a:endParaRPr>
          </a:p>
        </p:txBody>
      </p:sp>
      <p:sp>
        <p:nvSpPr>
          <p:cNvPr id="42" name="Google Shape;42;p79"/>
          <p:cNvSpPr txBox="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rgbClr val="888888"/>
                </a:solidFill>
                <a:latin typeface="Times New Roman"/>
                <a:ea typeface="Times New Roman"/>
                <a:cs typeface="Times New Roman"/>
                <a:sym typeface="Times New Roman"/>
              </a:rPr>
              <a:t>Copyright ©2021 John Wiley &amp; Sons, Inc. </a:t>
            </a:r>
            <a:endParaRPr sz="1800"/>
          </a:p>
        </p:txBody>
      </p:sp>
      <p:sp>
        <p:nvSpPr>
          <p:cNvPr id="43" name="Google Shape;43;p79"/>
          <p:cNvSpPr txBox="1">
            <a:spLocks noGrp="1"/>
          </p:cNvSpPr>
          <p:nvPr>
            <p:ph type="body" idx="1"/>
          </p:nvPr>
        </p:nvSpPr>
        <p:spPr>
          <a:xfrm>
            <a:off x="406400" y="1911351"/>
            <a:ext cx="11379200" cy="3946525"/>
          </a:xfrm>
          <a:prstGeom prst="rect">
            <a:avLst/>
          </a:prstGeom>
          <a:noFill/>
          <a:ln>
            <a:noFill/>
          </a:ln>
        </p:spPr>
        <p:txBody>
          <a:bodyPr spcFirstLastPara="1" wrap="square" lIns="91425" tIns="45700" rIns="91425" bIns="45700" anchor="t" anchorCtr="0">
            <a:noAutofit/>
          </a:bodyPr>
          <a:lstStyle>
            <a:lvl1pPr marL="457200" marR="0" lvl="0" indent="-393700" algn="l" rtl="0">
              <a:lnSpc>
                <a:spcPct val="100000"/>
              </a:lnSpc>
              <a:spcBef>
                <a:spcPts val="624"/>
              </a:spcBef>
              <a:spcAft>
                <a:spcPts val="0"/>
              </a:spcAft>
              <a:buClr>
                <a:srgbClr val="911B21"/>
              </a:buClr>
              <a:buSzPts val="2600"/>
              <a:buFont typeface="Arial"/>
              <a:buChar char="•"/>
              <a:defRPr sz="2600" b="0" i="0" u="none" strike="noStrike" cap="none">
                <a:solidFill>
                  <a:schemeClr val="dk1"/>
                </a:solidFill>
                <a:latin typeface="Times New Roman"/>
                <a:ea typeface="Times New Roman"/>
                <a:cs typeface="Times New Roman"/>
                <a:sym typeface="Times New Roman"/>
              </a:defRPr>
            </a:lvl1pPr>
            <a:lvl2pPr marL="914400" marR="0" lvl="1" indent="-350519" algn="l" rtl="0">
              <a:lnSpc>
                <a:spcPct val="100000"/>
              </a:lnSpc>
              <a:spcBef>
                <a:spcPts val="624"/>
              </a:spcBef>
              <a:spcAft>
                <a:spcPts val="0"/>
              </a:spcAft>
              <a:buClr>
                <a:srgbClr val="911B21"/>
              </a:buClr>
              <a:buSzPts val="192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624"/>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100000"/>
              </a:lnSpc>
              <a:spcBef>
                <a:spcPts val="624"/>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100000"/>
              </a:lnSpc>
              <a:spcBef>
                <a:spcPts val="624"/>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1869245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2_Section">
  <p:cSld name="10_Section">
    <p:spTree>
      <p:nvGrpSpPr>
        <p:cNvPr id="1" name="Shape 44"/>
        <p:cNvGrpSpPr/>
        <p:nvPr/>
      </p:nvGrpSpPr>
      <p:grpSpPr>
        <a:xfrm>
          <a:off x="0" y="0"/>
          <a:ext cx="0" cy="0"/>
          <a:chOff x="0" y="0"/>
          <a:chExt cx="0" cy="0"/>
        </a:xfrm>
      </p:grpSpPr>
      <p:sp>
        <p:nvSpPr>
          <p:cNvPr id="45" name="Google Shape;45;p80"/>
          <p:cNvSpPr txBox="1">
            <a:spLocks noGrp="1"/>
          </p:cNvSpPr>
          <p:nvPr>
            <p:ph type="title"/>
          </p:nvPr>
        </p:nvSpPr>
        <p:spPr>
          <a:xfrm>
            <a:off x="406400" y="762001"/>
            <a:ext cx="11379200" cy="83819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accent1"/>
              </a:buClr>
              <a:buSzPts val="4000"/>
              <a:buFont typeface="Times New Roman"/>
              <a:buNone/>
              <a:defRPr sz="4000" b="1" i="0">
                <a:solidFill>
                  <a:schemeClr val="accen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80"/>
          <p:cNvSpPr txBox="1">
            <a:spLocks noGrp="1"/>
          </p:cNvSpPr>
          <p:nvPr>
            <p:ph type="body" idx="1"/>
          </p:nvPr>
        </p:nvSpPr>
        <p:spPr>
          <a:xfrm>
            <a:off x="406400" y="1752600"/>
            <a:ext cx="11379200" cy="533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7" name="Google Shape;47;p80"/>
          <p:cNvSpPr txBox="1">
            <a:spLocks noGrp="1"/>
          </p:cNvSpPr>
          <p:nvPr>
            <p:ph type="sldNum" idx="12"/>
          </p:nvPr>
        </p:nvSpPr>
        <p:spPr>
          <a:xfrm>
            <a:off x="8610600" y="6356351"/>
            <a:ext cx="31750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
        <p:nvSpPr>
          <p:cNvPr id="48" name="Google Shape;48;p80"/>
          <p:cNvSpPr txBox="1">
            <a:spLocks noGrp="1"/>
          </p:cNvSpPr>
          <p:nvPr>
            <p:ph type="body" idx="2"/>
          </p:nvPr>
        </p:nvSpPr>
        <p:spPr>
          <a:xfrm>
            <a:off x="406400" y="2375848"/>
            <a:ext cx="11379200" cy="29115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9" name="Google Shape;49;p80"/>
          <p:cNvSpPr txBox="1">
            <a:spLocks noGrp="1"/>
          </p:cNvSpPr>
          <p:nvPr>
            <p:ph type="body" idx="3"/>
          </p:nvPr>
        </p:nvSpPr>
        <p:spPr>
          <a:xfrm>
            <a:off x="388203" y="2764808"/>
            <a:ext cx="11379200" cy="39464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0" name="Google Shape;50;p80"/>
          <p:cNvSpPr txBox="1">
            <a:spLocks noGrp="1"/>
          </p:cNvSpPr>
          <p:nvPr>
            <p:ph type="body" idx="4"/>
          </p:nvPr>
        </p:nvSpPr>
        <p:spPr>
          <a:xfrm>
            <a:off x="406400" y="3298208"/>
            <a:ext cx="1137920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1" name="Google Shape;51;p80"/>
          <p:cNvSpPr txBox="1">
            <a:spLocks noGrp="1"/>
          </p:cNvSpPr>
          <p:nvPr>
            <p:ph type="body" idx="5"/>
          </p:nvPr>
        </p:nvSpPr>
        <p:spPr>
          <a:xfrm>
            <a:off x="406400" y="3831608"/>
            <a:ext cx="1137920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2" name="Google Shape;52;p80"/>
          <p:cNvSpPr txBox="1">
            <a:spLocks noGrp="1"/>
          </p:cNvSpPr>
          <p:nvPr>
            <p:ph type="body" idx="6"/>
          </p:nvPr>
        </p:nvSpPr>
        <p:spPr>
          <a:xfrm>
            <a:off x="406400" y="4365008"/>
            <a:ext cx="113792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3" name="Google Shape;53;p80"/>
          <p:cNvSpPr txBox="1">
            <a:spLocks noGrp="1"/>
          </p:cNvSpPr>
          <p:nvPr>
            <p:ph type="body" idx="7"/>
          </p:nvPr>
        </p:nvSpPr>
        <p:spPr>
          <a:xfrm>
            <a:off x="406400" y="4822208"/>
            <a:ext cx="113792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4" name="Google Shape;54;p80"/>
          <p:cNvSpPr txBox="1">
            <a:spLocks noGrp="1"/>
          </p:cNvSpPr>
          <p:nvPr>
            <p:ph type="body" idx="8"/>
          </p:nvPr>
        </p:nvSpPr>
        <p:spPr>
          <a:xfrm>
            <a:off x="406400" y="5279408"/>
            <a:ext cx="113792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5" name="Google Shape;55;p80"/>
          <p:cNvSpPr txBox="1">
            <a:spLocks noGrp="1"/>
          </p:cNvSpPr>
          <p:nvPr>
            <p:ph type="body" idx="9"/>
          </p:nvPr>
        </p:nvSpPr>
        <p:spPr>
          <a:xfrm>
            <a:off x="508000" y="5660408"/>
            <a:ext cx="11277600" cy="228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6" name="Google Shape;56;p80"/>
          <p:cNvSpPr txBox="1"/>
          <p:nvPr/>
        </p:nvSpPr>
        <p:spPr>
          <a:xfrm>
            <a:off x="8610600" y="6363506"/>
            <a:ext cx="31750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888888"/>
                </a:solidFill>
                <a:latin typeface="Times New Roman"/>
                <a:ea typeface="Times New Roman"/>
                <a:cs typeface="Times New Roman"/>
                <a:sym typeface="Times New Roman"/>
              </a:rPr>
              <a:pPr marL="0" marR="0" lvl="0" indent="0" algn="r" rtl="0">
                <a:spcBef>
                  <a:spcPts val="0"/>
                </a:spcBef>
                <a:spcAft>
                  <a:spcPts val="0"/>
                </a:spcAft>
                <a:buNone/>
              </a:pPr>
              <a:t>‹#›</a:t>
            </a:fld>
            <a:endParaRPr sz="1200" b="0" i="0" u="none" strike="noStrike" cap="none">
              <a:solidFill>
                <a:srgbClr val="888888"/>
              </a:solidFill>
              <a:latin typeface="Times New Roman"/>
              <a:ea typeface="Times New Roman"/>
              <a:cs typeface="Times New Roman"/>
              <a:sym typeface="Times New Roman"/>
            </a:endParaRPr>
          </a:p>
        </p:txBody>
      </p:sp>
      <p:sp>
        <p:nvSpPr>
          <p:cNvPr id="57" name="Google Shape;57;p80"/>
          <p:cNvSpPr txBox="1"/>
          <p:nvPr/>
        </p:nvSpPr>
        <p:spPr>
          <a:xfrm>
            <a:off x="4041617" y="6362402"/>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rgbClr val="888888"/>
                </a:solidFill>
                <a:latin typeface="Times New Roman"/>
                <a:ea typeface="Times New Roman"/>
                <a:cs typeface="Times New Roman"/>
                <a:sym typeface="Times New Roman"/>
              </a:rPr>
              <a:t>Copyright ©2021 John Wiley &amp; Sons, Inc. </a:t>
            </a:r>
            <a:endParaRPr sz="1800"/>
          </a:p>
        </p:txBody>
      </p:sp>
    </p:spTree>
    <p:extLst>
      <p:ext uri="{BB962C8B-B14F-4D97-AF65-F5344CB8AC3E}">
        <p14:creationId xmlns:p14="http://schemas.microsoft.com/office/powerpoint/2010/main" val="7180309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9_Section">
  <p:cSld name="10_Section">
    <p:spTree>
      <p:nvGrpSpPr>
        <p:cNvPr id="1" name="Shape 69"/>
        <p:cNvGrpSpPr/>
        <p:nvPr/>
      </p:nvGrpSpPr>
      <p:grpSpPr>
        <a:xfrm>
          <a:off x="0" y="0"/>
          <a:ext cx="0" cy="0"/>
          <a:chOff x="0" y="0"/>
          <a:chExt cx="0" cy="0"/>
        </a:xfrm>
      </p:grpSpPr>
      <p:sp>
        <p:nvSpPr>
          <p:cNvPr id="70" name="Google Shape;70;p82"/>
          <p:cNvSpPr txBox="1">
            <a:spLocks noGrp="1"/>
          </p:cNvSpPr>
          <p:nvPr>
            <p:ph type="title"/>
          </p:nvPr>
        </p:nvSpPr>
        <p:spPr>
          <a:xfrm>
            <a:off x="406400" y="620886"/>
            <a:ext cx="11379200" cy="83819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accent1"/>
              </a:buClr>
              <a:buSzPts val="4000"/>
              <a:buFont typeface="Times New Roman"/>
              <a:buNone/>
              <a:defRPr sz="4000" b="1" i="0">
                <a:solidFill>
                  <a:schemeClr val="accen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82"/>
          <p:cNvSpPr txBox="1">
            <a:spLocks noGrp="1"/>
          </p:cNvSpPr>
          <p:nvPr>
            <p:ph type="sldNum" idx="12"/>
          </p:nvPr>
        </p:nvSpPr>
        <p:spPr>
          <a:xfrm>
            <a:off x="8610600" y="6356351"/>
            <a:ext cx="31750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
        <p:nvSpPr>
          <p:cNvPr id="72" name="Google Shape;72;p82"/>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82"/>
          <p:cNvSpPr txBox="1">
            <a:spLocks noGrp="1"/>
          </p:cNvSpPr>
          <p:nvPr>
            <p:ph type="body" idx="1"/>
          </p:nvPr>
        </p:nvSpPr>
        <p:spPr>
          <a:xfrm>
            <a:off x="406400" y="1911351"/>
            <a:ext cx="11379200" cy="1973020"/>
          </a:xfrm>
          <a:prstGeom prst="rect">
            <a:avLst/>
          </a:prstGeom>
          <a:noFill/>
          <a:ln>
            <a:noFill/>
          </a:ln>
        </p:spPr>
        <p:txBody>
          <a:bodyPr spcFirstLastPara="1" wrap="square" lIns="91425" tIns="45700" rIns="91425" bIns="45700" anchor="t" anchorCtr="0">
            <a:noAutofit/>
          </a:bodyPr>
          <a:lstStyle>
            <a:lvl1pPr marL="457200" marR="0" lvl="0" indent="-393700" algn="l" rtl="0">
              <a:lnSpc>
                <a:spcPct val="100000"/>
              </a:lnSpc>
              <a:spcBef>
                <a:spcPts val="624"/>
              </a:spcBef>
              <a:spcAft>
                <a:spcPts val="0"/>
              </a:spcAft>
              <a:buClr>
                <a:srgbClr val="911B21"/>
              </a:buClr>
              <a:buSzPts val="2600"/>
              <a:buFont typeface="Arial"/>
              <a:buChar char="•"/>
              <a:defRPr sz="2600" b="0" i="0" u="none" strike="noStrike" cap="none">
                <a:solidFill>
                  <a:schemeClr val="dk1"/>
                </a:solidFill>
                <a:latin typeface="Times New Roman"/>
                <a:ea typeface="Times New Roman"/>
                <a:cs typeface="Times New Roman"/>
                <a:sym typeface="Times New Roman"/>
              </a:defRPr>
            </a:lvl1pPr>
            <a:lvl2pPr marL="914400" marR="0" lvl="1" indent="-350519" algn="l" rtl="0">
              <a:lnSpc>
                <a:spcPct val="100000"/>
              </a:lnSpc>
              <a:spcBef>
                <a:spcPts val="624"/>
              </a:spcBef>
              <a:spcAft>
                <a:spcPts val="0"/>
              </a:spcAft>
              <a:buClr>
                <a:srgbClr val="911B21"/>
              </a:buClr>
              <a:buSzPts val="192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624"/>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100000"/>
              </a:lnSpc>
              <a:spcBef>
                <a:spcPts val="624"/>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100000"/>
              </a:lnSpc>
              <a:spcBef>
                <a:spcPts val="624"/>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4" name="Google Shape;74;p82"/>
          <p:cNvSpPr txBox="1">
            <a:spLocks noGrp="1"/>
          </p:cNvSpPr>
          <p:nvPr>
            <p:ph type="body" idx="2"/>
          </p:nvPr>
        </p:nvSpPr>
        <p:spPr>
          <a:xfrm>
            <a:off x="406400" y="4339741"/>
            <a:ext cx="11379200" cy="390525"/>
          </a:xfrm>
          <a:prstGeom prst="rect">
            <a:avLst/>
          </a:prstGeom>
          <a:noFill/>
          <a:ln>
            <a:noFill/>
          </a:ln>
        </p:spPr>
        <p:txBody>
          <a:bodyPr spcFirstLastPara="1" wrap="square" lIns="91425" tIns="45700" rIns="91425" bIns="45700" anchor="t" anchorCtr="0">
            <a:noAutofit/>
          </a:bodyPr>
          <a:lstStyle>
            <a:lvl1pPr marL="457200" marR="0" lvl="0" indent="-393700" algn="l" rtl="0">
              <a:lnSpc>
                <a:spcPct val="100000"/>
              </a:lnSpc>
              <a:spcBef>
                <a:spcPts val="624"/>
              </a:spcBef>
              <a:spcAft>
                <a:spcPts val="0"/>
              </a:spcAft>
              <a:buClr>
                <a:srgbClr val="911B21"/>
              </a:buClr>
              <a:buSzPts val="2600"/>
              <a:buFont typeface="Arial"/>
              <a:buChar char="•"/>
              <a:defRPr sz="2600" b="0" i="0" u="none" strike="noStrike" cap="none">
                <a:solidFill>
                  <a:schemeClr val="dk1"/>
                </a:solidFill>
                <a:latin typeface="Times New Roman"/>
                <a:ea typeface="Times New Roman"/>
                <a:cs typeface="Times New Roman"/>
                <a:sym typeface="Times New Roman"/>
              </a:defRPr>
            </a:lvl1pPr>
            <a:lvl2pPr marL="914400" marR="0" lvl="1" indent="-350519" algn="l" rtl="0">
              <a:lnSpc>
                <a:spcPct val="100000"/>
              </a:lnSpc>
              <a:spcBef>
                <a:spcPts val="624"/>
              </a:spcBef>
              <a:spcAft>
                <a:spcPts val="0"/>
              </a:spcAft>
              <a:buClr>
                <a:srgbClr val="911B21"/>
              </a:buClr>
              <a:buSzPts val="192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624"/>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100000"/>
              </a:lnSpc>
              <a:spcBef>
                <a:spcPts val="624"/>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100000"/>
              </a:lnSpc>
              <a:spcBef>
                <a:spcPts val="624"/>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82"/>
          <p:cNvSpPr txBox="1">
            <a:spLocks noGrp="1"/>
          </p:cNvSpPr>
          <p:nvPr>
            <p:ph type="body" idx="3"/>
          </p:nvPr>
        </p:nvSpPr>
        <p:spPr>
          <a:xfrm>
            <a:off x="406400" y="5022851"/>
            <a:ext cx="11379200" cy="606425"/>
          </a:xfrm>
          <a:prstGeom prst="rect">
            <a:avLst/>
          </a:prstGeom>
          <a:noFill/>
          <a:ln>
            <a:noFill/>
          </a:ln>
        </p:spPr>
        <p:txBody>
          <a:bodyPr spcFirstLastPara="1" wrap="square" lIns="91425" tIns="45700" rIns="91425" bIns="45700" anchor="t" anchorCtr="0">
            <a:noAutofit/>
          </a:bodyPr>
          <a:lstStyle>
            <a:lvl1pPr marL="457200" marR="0" lvl="0" indent="-393700" algn="l" rtl="0">
              <a:lnSpc>
                <a:spcPct val="90000"/>
              </a:lnSpc>
              <a:spcBef>
                <a:spcPts val="1000"/>
              </a:spcBef>
              <a:spcAft>
                <a:spcPts val="0"/>
              </a:spcAft>
              <a:buClr>
                <a:srgbClr val="911B21"/>
              </a:buClr>
              <a:buSzPts val="2600"/>
              <a:buFont typeface="Arial"/>
              <a:buChar char="•"/>
              <a:defRPr sz="2600" b="0" i="0" u="none" strike="noStrike" cap="none">
                <a:solidFill>
                  <a:schemeClr val="dk1"/>
                </a:solidFill>
                <a:latin typeface="Times New Roman"/>
                <a:ea typeface="Times New Roman"/>
                <a:cs typeface="Times New Roman"/>
                <a:sym typeface="Times New Roman"/>
              </a:defRPr>
            </a:lvl1pPr>
            <a:lvl2pPr marL="914400" marR="0" lvl="1" indent="-350519" algn="l" rtl="0">
              <a:lnSpc>
                <a:spcPct val="90000"/>
              </a:lnSpc>
              <a:spcBef>
                <a:spcPts val="500"/>
              </a:spcBef>
              <a:spcAft>
                <a:spcPts val="0"/>
              </a:spcAft>
              <a:buClr>
                <a:srgbClr val="911B21"/>
              </a:buClr>
              <a:buSzPts val="192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6" name="Google Shape;76;p82"/>
          <p:cNvSpPr txBox="1">
            <a:spLocks noGrp="1"/>
          </p:cNvSpPr>
          <p:nvPr>
            <p:ph type="body" idx="4"/>
          </p:nvPr>
        </p:nvSpPr>
        <p:spPr>
          <a:xfrm>
            <a:off x="406400" y="5781676"/>
            <a:ext cx="11379200" cy="60642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911B2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50519" algn="l" rtl="0">
              <a:lnSpc>
                <a:spcPct val="90000"/>
              </a:lnSpc>
              <a:spcBef>
                <a:spcPts val="500"/>
              </a:spcBef>
              <a:spcAft>
                <a:spcPts val="0"/>
              </a:spcAft>
              <a:buClr>
                <a:srgbClr val="911B21"/>
              </a:buClr>
              <a:buSzPts val="192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7" name="Google Shape;77;p82"/>
          <p:cNvSpPr txBox="1"/>
          <p:nvPr/>
        </p:nvSpPr>
        <p:spPr>
          <a:xfrm>
            <a:off x="8606769" y="6351500"/>
            <a:ext cx="31750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888888"/>
                </a:solidFill>
                <a:latin typeface="Times New Roman"/>
                <a:ea typeface="Times New Roman"/>
                <a:cs typeface="Times New Roman"/>
                <a:sym typeface="Times New Roman"/>
              </a:rPr>
              <a:pPr marL="0" marR="0" lvl="0" indent="0" algn="r" rtl="0">
                <a:spcBef>
                  <a:spcPts val="0"/>
                </a:spcBef>
                <a:spcAft>
                  <a:spcPts val="0"/>
                </a:spcAft>
                <a:buNone/>
              </a:pPr>
              <a:t>‹#›</a:t>
            </a:fld>
            <a:endParaRPr sz="1200" b="0" i="0" u="none" strike="noStrike" cap="none">
              <a:solidFill>
                <a:srgbClr val="888888"/>
              </a:solidFill>
              <a:latin typeface="Times New Roman"/>
              <a:ea typeface="Times New Roman"/>
              <a:cs typeface="Times New Roman"/>
              <a:sym typeface="Times New Roman"/>
            </a:endParaRPr>
          </a:p>
        </p:txBody>
      </p:sp>
      <p:sp>
        <p:nvSpPr>
          <p:cNvPr id="78" name="Google Shape;78;p82"/>
          <p:cNvSpPr txBox="1"/>
          <p:nvPr/>
        </p:nvSpPr>
        <p:spPr>
          <a:xfrm>
            <a:off x="4034769" y="635150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rgbClr val="888888"/>
                </a:solidFill>
                <a:latin typeface="Times New Roman"/>
                <a:ea typeface="Times New Roman"/>
                <a:cs typeface="Times New Roman"/>
                <a:sym typeface="Times New Roman"/>
              </a:rPr>
              <a:t>Copyright ©2021 John Wiley &amp; Sons, Inc. </a:t>
            </a:r>
            <a:endParaRPr sz="1800"/>
          </a:p>
        </p:txBody>
      </p:sp>
    </p:spTree>
    <p:extLst>
      <p:ext uri="{BB962C8B-B14F-4D97-AF65-F5344CB8AC3E}">
        <p14:creationId xmlns:p14="http://schemas.microsoft.com/office/powerpoint/2010/main" val="20138656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_Opener: Version A">
  <p:cSld name="2_Opener: Version A">
    <p:spTree>
      <p:nvGrpSpPr>
        <p:cNvPr id="1" name="Shape 11"/>
        <p:cNvGrpSpPr/>
        <p:nvPr/>
      </p:nvGrpSpPr>
      <p:grpSpPr>
        <a:xfrm>
          <a:off x="0" y="0"/>
          <a:ext cx="0" cy="0"/>
          <a:chOff x="0" y="0"/>
          <a:chExt cx="0" cy="0"/>
        </a:xfrm>
      </p:grpSpPr>
      <p:sp>
        <p:nvSpPr>
          <p:cNvPr id="12" name="Google Shape;12;p77"/>
          <p:cNvSpPr txBox="1">
            <a:spLocks noGrp="1"/>
          </p:cNvSpPr>
          <p:nvPr>
            <p:ph type="title"/>
          </p:nvPr>
        </p:nvSpPr>
        <p:spPr>
          <a:xfrm>
            <a:off x="203200" y="365125"/>
            <a:ext cx="11785600" cy="1387475"/>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200"/>
              <a:buFont typeface="Times New Roman"/>
              <a:buNone/>
              <a:defRPr sz="6200" b="0" i="0" u="none" strike="noStrike" cap="non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77"/>
          <p:cNvSpPr txBox="1">
            <a:spLocks noGrp="1"/>
          </p:cNvSpPr>
          <p:nvPr>
            <p:ph type="body" idx="1"/>
          </p:nvPr>
        </p:nvSpPr>
        <p:spPr>
          <a:xfrm>
            <a:off x="203200" y="1755648"/>
            <a:ext cx="11785600" cy="609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dk1"/>
              </a:buClr>
              <a:buSzPts val="2900"/>
              <a:buFont typeface="Arial"/>
              <a:buNone/>
              <a:defRPr sz="2900" b="1" i="0" u="none" strike="noStrike" cap="none">
                <a:solidFill>
                  <a:schemeClr val="dk1"/>
                </a:solidFill>
                <a:latin typeface="Times New Roman"/>
                <a:ea typeface="Times New Roman"/>
                <a:cs typeface="Times New Roman"/>
                <a:sym typeface="Times New Roman"/>
              </a:defRPr>
            </a:lvl1pPr>
            <a:lvl2pPr marL="914400" marR="0" lvl="1" indent="-228600" algn="ctr" rtl="0">
              <a:lnSpc>
                <a:spcPct val="90000"/>
              </a:lnSpc>
              <a:spcBef>
                <a:spcPts val="500"/>
              </a:spcBef>
              <a:spcAft>
                <a:spcPts val="0"/>
              </a:spcAft>
              <a:buClr>
                <a:schemeClr val="dk1"/>
              </a:buClr>
              <a:buSzPts val="2400"/>
              <a:buFont typeface="Arial"/>
              <a:buNone/>
              <a:defRPr sz="2400" b="1" i="0" u="none" strike="noStrike" cap="none">
                <a:solidFill>
                  <a:schemeClr val="dk1"/>
                </a:solidFill>
                <a:latin typeface="Times New Roman"/>
                <a:ea typeface="Times New Roman"/>
                <a:cs typeface="Times New Roman"/>
                <a:sym typeface="Times New Roman"/>
              </a:defRPr>
            </a:lvl2pPr>
            <a:lvl3pPr marL="1371600" marR="0" lvl="2" indent="-228600" algn="ctr"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Times New Roman"/>
                <a:ea typeface="Times New Roman"/>
                <a:cs typeface="Times New Roman"/>
                <a:sym typeface="Times New Roman"/>
              </a:defRPr>
            </a:lvl3pPr>
            <a:lvl4pPr marL="1828800" marR="0" lvl="3" indent="-228600" algn="ctr"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Times New Roman"/>
                <a:ea typeface="Times New Roman"/>
                <a:cs typeface="Times New Roman"/>
                <a:sym typeface="Times New Roman"/>
              </a:defRPr>
            </a:lvl4pPr>
            <a:lvl5pPr marL="2286000" marR="0" lvl="4" indent="-228600" algn="ctr"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 name="Google Shape;14;p77"/>
          <p:cNvSpPr txBox="1">
            <a:spLocks noGrp="1"/>
          </p:cNvSpPr>
          <p:nvPr>
            <p:ph type="body" idx="2"/>
          </p:nvPr>
        </p:nvSpPr>
        <p:spPr>
          <a:xfrm>
            <a:off x="203200" y="2363724"/>
            <a:ext cx="11785600" cy="6858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2"/>
              </a:buClr>
              <a:buSzPts val="2800"/>
              <a:buFont typeface="Arial"/>
              <a:buNone/>
              <a:defRPr sz="2800" b="0" i="0" u="none" strike="noStrike" cap="none">
                <a:solidFill>
                  <a:schemeClr val="accent2"/>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 name="Google Shape;15;p77"/>
          <p:cNvSpPr txBox="1">
            <a:spLocks noGrp="1"/>
          </p:cNvSpPr>
          <p:nvPr>
            <p:ph type="body" idx="3"/>
          </p:nvPr>
        </p:nvSpPr>
        <p:spPr>
          <a:xfrm>
            <a:off x="203200" y="3733800"/>
            <a:ext cx="11785600" cy="5334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007787"/>
              </a:buClr>
              <a:buSzPts val="4000"/>
              <a:buFont typeface="Arial"/>
              <a:buNone/>
              <a:defRPr sz="4000" b="1" i="0" u="none" strike="noStrike" cap="none">
                <a:solidFill>
                  <a:srgbClr val="007787"/>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 name="Google Shape;16;p77"/>
          <p:cNvSpPr txBox="1">
            <a:spLocks noGrp="1"/>
          </p:cNvSpPr>
          <p:nvPr>
            <p:ph type="body" idx="4"/>
          </p:nvPr>
        </p:nvSpPr>
        <p:spPr>
          <a:xfrm>
            <a:off x="203200" y="4267200"/>
            <a:ext cx="11785600" cy="24384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dk1"/>
              </a:buClr>
              <a:buSzPts val="3800"/>
              <a:buFont typeface="Arial"/>
              <a:buNone/>
              <a:defRPr sz="3800" b="0" i="0" u="none" strike="noStrike" cap="none">
                <a:solidFill>
                  <a:schemeClr val="dk1"/>
                </a:solidFill>
                <a:latin typeface="Times New Roman"/>
                <a:ea typeface="Times New Roman"/>
                <a:cs typeface="Times New Roman"/>
                <a:sym typeface="Times New Roman"/>
              </a:defRPr>
            </a:lvl1pPr>
            <a:lvl2pPr marL="914400" marR="0" lvl="1" indent="-228600" algn="ctr"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2286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228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77"/>
          <p:cNvSpPr txBox="1">
            <a:spLocks noGrp="1"/>
          </p:cNvSpPr>
          <p:nvPr>
            <p:ph type="body" idx="5"/>
          </p:nvPr>
        </p:nvSpPr>
        <p:spPr>
          <a:xfrm>
            <a:off x="2091891" y="6248400"/>
            <a:ext cx="8779309"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 name="Google Shape;18;p77"/>
          <p:cNvSpPr txBox="1">
            <a:spLocks noGrp="1"/>
          </p:cNvSpPr>
          <p:nvPr>
            <p:ph type="body" idx="6"/>
          </p:nvPr>
        </p:nvSpPr>
        <p:spPr>
          <a:xfrm>
            <a:off x="203200" y="6092825"/>
            <a:ext cx="11785600" cy="273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2326233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pener: Version A">
  <p:cSld name="Opener: Version A">
    <p:spTree>
      <p:nvGrpSpPr>
        <p:cNvPr id="1" name="Shape 19"/>
        <p:cNvGrpSpPr/>
        <p:nvPr/>
      </p:nvGrpSpPr>
      <p:grpSpPr>
        <a:xfrm>
          <a:off x="0" y="0"/>
          <a:ext cx="0" cy="0"/>
          <a:chOff x="0" y="0"/>
          <a:chExt cx="0" cy="0"/>
        </a:xfrm>
      </p:grpSpPr>
      <p:sp>
        <p:nvSpPr>
          <p:cNvPr id="20" name="Google Shape;20;p84"/>
          <p:cNvSpPr txBox="1">
            <a:spLocks noGrp="1"/>
          </p:cNvSpPr>
          <p:nvPr>
            <p:ph type="title"/>
          </p:nvPr>
        </p:nvSpPr>
        <p:spPr>
          <a:xfrm>
            <a:off x="203200" y="365125"/>
            <a:ext cx="11785600" cy="1387475"/>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200"/>
              <a:buFont typeface="Times New Roman"/>
              <a:buNone/>
              <a:defRPr sz="6200" b="0" i="0" u="none" strike="noStrike" cap="non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 name="Google Shape;21;p84"/>
          <p:cNvSpPr txBox="1">
            <a:spLocks noGrp="1"/>
          </p:cNvSpPr>
          <p:nvPr>
            <p:ph type="body" idx="1"/>
          </p:nvPr>
        </p:nvSpPr>
        <p:spPr>
          <a:xfrm>
            <a:off x="203200" y="1828800"/>
            <a:ext cx="11785600" cy="4572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dk1"/>
              </a:buClr>
              <a:buSzPts val="2900"/>
              <a:buFont typeface="Arial"/>
              <a:buNone/>
              <a:defRPr sz="2900" b="1" i="0" u="none" strike="noStrike" cap="none">
                <a:solidFill>
                  <a:schemeClr val="dk1"/>
                </a:solidFill>
                <a:latin typeface="Times New Roman"/>
                <a:ea typeface="Times New Roman"/>
                <a:cs typeface="Times New Roman"/>
                <a:sym typeface="Times New Roman"/>
              </a:defRPr>
            </a:lvl1pPr>
            <a:lvl2pPr marL="914400" marR="0" lvl="1" indent="-228600" algn="ctr" rtl="0">
              <a:lnSpc>
                <a:spcPct val="90000"/>
              </a:lnSpc>
              <a:spcBef>
                <a:spcPts val="500"/>
              </a:spcBef>
              <a:spcAft>
                <a:spcPts val="0"/>
              </a:spcAft>
              <a:buClr>
                <a:schemeClr val="dk1"/>
              </a:buClr>
              <a:buSzPts val="2400"/>
              <a:buFont typeface="Arial"/>
              <a:buNone/>
              <a:defRPr sz="2400" b="1" i="0" u="none" strike="noStrike" cap="none">
                <a:solidFill>
                  <a:schemeClr val="dk1"/>
                </a:solidFill>
                <a:latin typeface="Times New Roman"/>
                <a:ea typeface="Times New Roman"/>
                <a:cs typeface="Times New Roman"/>
                <a:sym typeface="Times New Roman"/>
              </a:defRPr>
            </a:lvl2pPr>
            <a:lvl3pPr marL="1371600" marR="0" lvl="2" indent="-228600" algn="ctr"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Times New Roman"/>
                <a:ea typeface="Times New Roman"/>
                <a:cs typeface="Times New Roman"/>
                <a:sym typeface="Times New Roman"/>
              </a:defRPr>
            </a:lvl3pPr>
            <a:lvl4pPr marL="1828800" marR="0" lvl="3" indent="-228600" algn="ctr"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Times New Roman"/>
                <a:ea typeface="Times New Roman"/>
                <a:cs typeface="Times New Roman"/>
                <a:sym typeface="Times New Roman"/>
              </a:defRPr>
            </a:lvl4pPr>
            <a:lvl5pPr marL="2286000" marR="0" lvl="4" indent="-228600" algn="ctr"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 name="Google Shape;22;p84"/>
          <p:cNvSpPr txBox="1">
            <a:spLocks noGrp="1"/>
          </p:cNvSpPr>
          <p:nvPr>
            <p:ph type="body" idx="2"/>
          </p:nvPr>
        </p:nvSpPr>
        <p:spPr>
          <a:xfrm>
            <a:off x="203200" y="2363724"/>
            <a:ext cx="11785600" cy="6858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2"/>
              </a:buClr>
              <a:buSzPts val="2800"/>
              <a:buFont typeface="Arial"/>
              <a:buNone/>
              <a:defRPr sz="2800" b="0" i="0" u="none" strike="noStrike" cap="none">
                <a:solidFill>
                  <a:schemeClr val="accent2"/>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84"/>
          <p:cNvSpPr txBox="1">
            <a:spLocks noGrp="1"/>
          </p:cNvSpPr>
          <p:nvPr>
            <p:ph type="body" idx="3"/>
          </p:nvPr>
        </p:nvSpPr>
        <p:spPr>
          <a:xfrm>
            <a:off x="203200" y="3733800"/>
            <a:ext cx="11785600" cy="5334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4000"/>
              <a:buFont typeface="Arial"/>
              <a:buNone/>
              <a:defRPr sz="4000" b="1" i="0" u="none" strike="noStrike" cap="none">
                <a:solidFill>
                  <a:schemeClr val="accent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84"/>
          <p:cNvSpPr txBox="1">
            <a:spLocks noGrp="1"/>
          </p:cNvSpPr>
          <p:nvPr>
            <p:ph type="body" idx="4"/>
          </p:nvPr>
        </p:nvSpPr>
        <p:spPr>
          <a:xfrm>
            <a:off x="203200" y="4419600"/>
            <a:ext cx="11785600" cy="22860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dk1"/>
              </a:buClr>
              <a:buSzPts val="3800"/>
              <a:buFont typeface="Arial"/>
              <a:buNone/>
              <a:defRPr sz="3800" b="0" i="0" u="none" strike="noStrike" cap="none">
                <a:solidFill>
                  <a:schemeClr val="dk1"/>
                </a:solidFill>
                <a:latin typeface="Times New Roman"/>
                <a:ea typeface="Times New Roman"/>
                <a:cs typeface="Times New Roman"/>
                <a:sym typeface="Times New Roman"/>
              </a:defRPr>
            </a:lvl1pPr>
            <a:lvl2pPr marL="914400" marR="0" lvl="1" indent="-228600" algn="ctr"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2286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228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0228075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Opener: Version B">
  <p:cSld name="Opener: Version B">
    <p:spTree>
      <p:nvGrpSpPr>
        <p:cNvPr id="1" name="Shape 25"/>
        <p:cNvGrpSpPr/>
        <p:nvPr/>
      </p:nvGrpSpPr>
      <p:grpSpPr>
        <a:xfrm>
          <a:off x="0" y="0"/>
          <a:ext cx="0" cy="0"/>
          <a:chOff x="0" y="0"/>
          <a:chExt cx="0" cy="0"/>
        </a:xfrm>
      </p:grpSpPr>
      <p:sp>
        <p:nvSpPr>
          <p:cNvPr id="26" name="Google Shape;26;p85"/>
          <p:cNvSpPr txBox="1">
            <a:spLocks noGrp="1"/>
          </p:cNvSpPr>
          <p:nvPr>
            <p:ph type="body" idx="1"/>
          </p:nvPr>
        </p:nvSpPr>
        <p:spPr>
          <a:xfrm>
            <a:off x="203200" y="228600"/>
            <a:ext cx="11785600" cy="5334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4000"/>
              <a:buFont typeface="Arial"/>
              <a:buNone/>
              <a:defRPr sz="4000" b="1" i="0" u="none" strike="noStrike" cap="none">
                <a:solidFill>
                  <a:schemeClr val="accent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 name="Google Shape;27;p85"/>
          <p:cNvSpPr txBox="1">
            <a:spLocks noGrp="1"/>
          </p:cNvSpPr>
          <p:nvPr>
            <p:ph type="body" idx="2"/>
          </p:nvPr>
        </p:nvSpPr>
        <p:spPr>
          <a:xfrm>
            <a:off x="203200" y="838200"/>
            <a:ext cx="11785600" cy="22098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dk1"/>
              </a:buClr>
              <a:buSzPts val="3800"/>
              <a:buFont typeface="Arial"/>
              <a:buNone/>
              <a:defRPr sz="3800" b="0" i="0" u="none" strike="noStrike" cap="none">
                <a:solidFill>
                  <a:schemeClr val="dk1"/>
                </a:solidFill>
                <a:latin typeface="Times New Roman"/>
                <a:ea typeface="Times New Roman"/>
                <a:cs typeface="Times New Roman"/>
                <a:sym typeface="Times New Roman"/>
              </a:defRPr>
            </a:lvl1pPr>
            <a:lvl2pPr marL="914400" marR="0" lvl="1" indent="-228600" algn="ctr"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2286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228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8" name="Google Shape;28;p85"/>
          <p:cNvSpPr txBox="1">
            <a:spLocks noGrp="1"/>
          </p:cNvSpPr>
          <p:nvPr>
            <p:ph type="title"/>
          </p:nvPr>
        </p:nvSpPr>
        <p:spPr>
          <a:xfrm>
            <a:off x="203200" y="3505200"/>
            <a:ext cx="11785600" cy="14478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200"/>
              <a:buFont typeface="Times New Roman"/>
              <a:buNone/>
              <a:defRPr sz="6200" b="0" i="0" u="none" strike="noStrike" cap="non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85"/>
          <p:cNvSpPr txBox="1">
            <a:spLocks noGrp="1"/>
          </p:cNvSpPr>
          <p:nvPr>
            <p:ph type="body" idx="3"/>
          </p:nvPr>
        </p:nvSpPr>
        <p:spPr>
          <a:xfrm>
            <a:off x="203200" y="5029200"/>
            <a:ext cx="11785600" cy="762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dk1"/>
              </a:buClr>
              <a:buSzPts val="2900"/>
              <a:buFont typeface="Arial"/>
              <a:buNone/>
              <a:defRPr sz="2900" b="1"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 name="Google Shape;30;p85"/>
          <p:cNvSpPr txBox="1">
            <a:spLocks noGrp="1"/>
          </p:cNvSpPr>
          <p:nvPr>
            <p:ph type="body" idx="4"/>
          </p:nvPr>
        </p:nvSpPr>
        <p:spPr>
          <a:xfrm>
            <a:off x="203200" y="6096000"/>
            <a:ext cx="11785600" cy="5334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749151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6400" y="762001"/>
            <a:ext cx="11379200" cy="838198"/>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284048190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7" r:id="rId19"/>
    <p:sldLayoutId id="2147483688" r:id="rId20"/>
    <p:sldLayoutId id="2147483689" r:id="rId21"/>
    <p:sldLayoutId id="2147483690" r:id="rId22"/>
    <p:sldLayoutId id="2147483691" r:id="rId23"/>
  </p:sldLayoutIdLst>
  <p:hf hdr="0" dt="0"/>
  <p:txStyles>
    <p:titleStyle>
      <a:lvl1pPr algn="l" defTabSz="914400" rtl="0" eaLnBrk="1" latinLnBrk="0" hangingPunct="1">
        <a:lnSpc>
          <a:spcPct val="90000"/>
        </a:lnSpc>
        <a:spcBef>
          <a:spcPct val="0"/>
        </a:spcBef>
        <a:buNone/>
        <a:defRPr sz="4000" b="1" i="0" kern="1200">
          <a:solidFill>
            <a:schemeClr val="accent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6"/>
          <p:cNvSpPr/>
          <p:nvPr/>
        </p:nvSpPr>
        <p:spPr>
          <a:xfrm>
            <a:off x="0" y="3048000"/>
            <a:ext cx="12192000" cy="4572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2271235737"/>
      </p:ext>
    </p:extLst>
  </p:cSld>
  <p:clrMap bg1="lt1" tx1="dk1" bg2="dk2" tx2="lt2" accent1="accent1" accent2="accent2" accent3="accent3" accent4="accent4" accent5="accent5" accent6="accent6" hlink="hlink" folHlink="folHlink"/>
  <p:sldLayoutIdLst>
    <p:sldLayoutId id="2147483684" r:id="rId1"/>
    <p:sldLayoutId id="2147483685" r:id="rId2"/>
    <p:sldLayoutId id="2147483686"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7.xml"/><Relationship Id="rId1" Type="http://schemas.openxmlformats.org/officeDocument/2006/relationships/tags" Target="../tags/tag4.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7.xml"/><Relationship Id="rId1" Type="http://schemas.openxmlformats.org/officeDocument/2006/relationships/tags" Target="../tags/tag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2.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0.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3.xml"/><Relationship Id="rId5" Type="http://schemas.openxmlformats.org/officeDocument/2006/relationships/image" Target="../media/image19.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0.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1"/>
          <p:cNvSpPr txBox="1">
            <a:spLocks noGrp="1"/>
          </p:cNvSpPr>
          <p:nvPr>
            <p:ph type="title"/>
          </p:nvPr>
        </p:nvSpPr>
        <p:spPr>
          <a:xfrm>
            <a:off x="1676400" y="365126"/>
            <a:ext cx="8839200" cy="1387475"/>
          </a:xfrm>
          <a:prstGeom prst="rect">
            <a:avLst/>
          </a:prstGeom>
          <a:noFill/>
          <a:ln>
            <a:noFill/>
          </a:ln>
        </p:spPr>
        <p:txBody>
          <a:bodyPr spcFirstLastPara="1" wrap="square" lIns="91425" tIns="45700" rIns="91425" bIns="45700" anchor="ctr" anchorCtr="0">
            <a:noAutofit/>
          </a:bodyPr>
          <a:lstStyle/>
          <a:p>
            <a:pPr>
              <a:buSzPts val="4000"/>
            </a:pPr>
            <a:r>
              <a:rPr lang="en-US" sz="4000"/>
              <a:t>Introduction to Statistical Investigations</a:t>
            </a:r>
            <a:endParaRPr sz="4000"/>
          </a:p>
        </p:txBody>
      </p:sp>
      <p:sp>
        <p:nvSpPr>
          <p:cNvPr id="416" name="Google Shape;416;p1"/>
          <p:cNvSpPr txBox="1">
            <a:spLocks noGrp="1"/>
          </p:cNvSpPr>
          <p:nvPr>
            <p:ph type="body" idx="1"/>
          </p:nvPr>
        </p:nvSpPr>
        <p:spPr>
          <a:xfrm>
            <a:off x="1676400" y="1755648"/>
            <a:ext cx="8839200" cy="609600"/>
          </a:xfrm>
          <a:prstGeom prst="rect">
            <a:avLst/>
          </a:prstGeom>
          <a:noFill/>
          <a:ln>
            <a:noFill/>
          </a:ln>
        </p:spPr>
        <p:txBody>
          <a:bodyPr spcFirstLastPara="1" wrap="square" lIns="91425" tIns="45700" rIns="91425" bIns="45700" anchor="t" anchorCtr="0">
            <a:noAutofit/>
          </a:bodyPr>
          <a:lstStyle/>
          <a:p>
            <a:pPr marL="0" indent="0">
              <a:spcBef>
                <a:spcPts val="0"/>
              </a:spcBef>
            </a:pPr>
            <a:r>
              <a:rPr lang="en-US">
                <a:latin typeface="Times New Roman"/>
                <a:ea typeface="Times New Roman"/>
                <a:cs typeface="Times New Roman"/>
                <a:sym typeface="Times New Roman"/>
              </a:rPr>
              <a:t>Second Edition</a:t>
            </a:r>
            <a:endParaRPr/>
          </a:p>
        </p:txBody>
      </p:sp>
      <p:sp>
        <p:nvSpPr>
          <p:cNvPr id="417" name="Google Shape;417;p1"/>
          <p:cNvSpPr txBox="1">
            <a:spLocks noGrp="1"/>
          </p:cNvSpPr>
          <p:nvPr>
            <p:ph type="body" idx="2"/>
          </p:nvPr>
        </p:nvSpPr>
        <p:spPr>
          <a:xfrm>
            <a:off x="1752600" y="2363724"/>
            <a:ext cx="8686800" cy="685800"/>
          </a:xfrm>
          <a:prstGeom prst="rect">
            <a:avLst/>
          </a:prstGeom>
          <a:noFill/>
          <a:ln>
            <a:noFill/>
          </a:ln>
        </p:spPr>
        <p:txBody>
          <a:bodyPr spcFirstLastPara="1" wrap="square" lIns="91425" tIns="45700" rIns="91425" bIns="45700" anchor="ctr" anchorCtr="0">
            <a:noAutofit/>
          </a:bodyPr>
          <a:lstStyle/>
          <a:p>
            <a:pPr marL="0" indent="0">
              <a:spcBef>
                <a:spcPts val="0"/>
              </a:spcBef>
              <a:buSzPts val="2600"/>
            </a:pPr>
            <a:r>
              <a:rPr lang="en-US" sz="2600"/>
              <a:t>Tintle, Chance, Cobb, Rossman, Roy, Swanson, VanderStoep</a:t>
            </a:r>
            <a:endParaRPr sz="2600" baseline="30000"/>
          </a:p>
        </p:txBody>
      </p:sp>
      <p:sp>
        <p:nvSpPr>
          <p:cNvPr id="418" name="Google Shape;418;p1"/>
          <p:cNvSpPr txBox="1">
            <a:spLocks noGrp="1"/>
          </p:cNvSpPr>
          <p:nvPr>
            <p:ph type="body" idx="3"/>
          </p:nvPr>
        </p:nvSpPr>
        <p:spPr>
          <a:xfrm>
            <a:off x="1676400" y="3657600"/>
            <a:ext cx="8839200" cy="533400"/>
          </a:xfrm>
          <a:prstGeom prst="rect">
            <a:avLst/>
          </a:prstGeom>
          <a:noFill/>
          <a:ln>
            <a:noFill/>
          </a:ln>
        </p:spPr>
        <p:txBody>
          <a:bodyPr spcFirstLastPara="1" wrap="square" lIns="91425" tIns="45700" rIns="91425" bIns="45700" anchor="ctr" anchorCtr="0">
            <a:noAutofit/>
          </a:bodyPr>
          <a:lstStyle/>
          <a:p>
            <a:pPr marL="0" indent="0">
              <a:spcBef>
                <a:spcPts val="0"/>
              </a:spcBef>
            </a:pPr>
            <a:r>
              <a:rPr lang="en-US" dirty="0">
                <a:latin typeface="Times New Roman"/>
                <a:ea typeface="Times New Roman"/>
                <a:cs typeface="Times New Roman"/>
                <a:sym typeface="Times New Roman"/>
              </a:rPr>
              <a:t>Chapter 3.1</a:t>
            </a:r>
            <a:endParaRPr dirty="0"/>
          </a:p>
        </p:txBody>
      </p:sp>
      <p:sp>
        <p:nvSpPr>
          <p:cNvPr id="419" name="Google Shape;419;p1"/>
          <p:cNvSpPr txBox="1">
            <a:spLocks noGrp="1"/>
          </p:cNvSpPr>
          <p:nvPr>
            <p:ph type="body" idx="4"/>
          </p:nvPr>
        </p:nvSpPr>
        <p:spPr>
          <a:xfrm>
            <a:off x="1676400" y="4572000"/>
            <a:ext cx="8839200" cy="1437430"/>
          </a:xfrm>
          <a:prstGeom prst="rect">
            <a:avLst/>
          </a:prstGeom>
          <a:noFill/>
          <a:ln>
            <a:noFill/>
          </a:ln>
        </p:spPr>
        <p:txBody>
          <a:bodyPr spcFirstLastPara="1" wrap="square" lIns="91425" tIns="45700" rIns="91425" bIns="45700" anchor="ctr" anchorCtr="0">
            <a:noAutofit/>
          </a:bodyPr>
          <a:lstStyle/>
          <a:p>
            <a:pPr marL="0" indent="0">
              <a:spcBef>
                <a:spcPts val="0"/>
              </a:spcBef>
              <a:buSzPts val="4000"/>
            </a:pPr>
            <a:r>
              <a:rPr lang="en-US" sz="4000" dirty="0"/>
              <a:t>Estimation</a:t>
            </a:r>
          </a:p>
          <a:p>
            <a:pPr marL="0" indent="0">
              <a:spcBef>
                <a:spcPts val="0"/>
              </a:spcBef>
              <a:buSzPts val="4000"/>
            </a:pPr>
            <a:r>
              <a:rPr lang="en-US" sz="4000" dirty="0">
                <a:solidFill>
                  <a:srgbClr val="00007F"/>
                </a:solidFill>
              </a:rPr>
              <a:t>Statistical Inference: Confidence Intervals</a:t>
            </a:r>
            <a:endParaRPr lang="en-US" dirty="0"/>
          </a:p>
        </p:txBody>
      </p:sp>
      <p:sp>
        <p:nvSpPr>
          <p:cNvPr id="420" name="Google Shape;420;p1"/>
          <p:cNvSpPr txBox="1">
            <a:spLocks noGrp="1"/>
          </p:cNvSpPr>
          <p:nvPr>
            <p:ph type="body" idx="6"/>
          </p:nvPr>
        </p:nvSpPr>
        <p:spPr>
          <a:xfrm>
            <a:off x="1676400" y="6156325"/>
            <a:ext cx="8839200" cy="273050"/>
          </a:xfrm>
          <a:prstGeom prst="rect">
            <a:avLst/>
          </a:prstGeom>
          <a:noFill/>
          <a:ln>
            <a:noFill/>
          </a:ln>
        </p:spPr>
        <p:txBody>
          <a:bodyPr spcFirstLastPara="1" wrap="square" lIns="91425" tIns="45700" rIns="91425" bIns="45700" anchor="t" anchorCtr="0">
            <a:noAutofit/>
          </a:bodyPr>
          <a:lstStyle/>
          <a:p>
            <a:pPr marL="0" indent="0">
              <a:spcBef>
                <a:spcPts val="0"/>
              </a:spcBef>
              <a:buClr>
                <a:schemeClr val="lt1"/>
              </a:buClr>
              <a:buSzPts val="1200"/>
            </a:pPr>
            <a:r>
              <a:rPr lang="en-US" sz="1200">
                <a:solidFill>
                  <a:schemeClr val="lt1"/>
                </a:solidFill>
                <a:latin typeface="Times New Roman"/>
                <a:ea typeface="Times New Roman"/>
                <a:cs typeface="Times New Roman"/>
                <a:sym typeface="Times New Roman"/>
              </a:rPr>
              <a:t>This slide deck contains animations. Please disable animations if they cause issues with your device.</a:t>
            </a:r>
            <a:endParaRPr/>
          </a:p>
        </p:txBody>
      </p:sp>
      <p:sp>
        <p:nvSpPr>
          <p:cNvPr id="421" name="Google Shape;421;p1"/>
          <p:cNvSpPr txBox="1">
            <a:spLocks noGrp="1"/>
          </p:cNvSpPr>
          <p:nvPr>
            <p:ph type="body" idx="5"/>
          </p:nvPr>
        </p:nvSpPr>
        <p:spPr>
          <a:xfrm>
            <a:off x="2803759" y="6320748"/>
            <a:ext cx="6584482" cy="457200"/>
          </a:xfrm>
          <a:prstGeom prst="rect">
            <a:avLst/>
          </a:prstGeom>
          <a:noFill/>
          <a:ln>
            <a:noFill/>
          </a:ln>
        </p:spPr>
        <p:txBody>
          <a:bodyPr spcFirstLastPara="1" wrap="square" lIns="91425" tIns="45700" rIns="91425" bIns="45700" anchor="ctr" anchorCtr="0">
            <a:noAutofit/>
          </a:bodyPr>
          <a:lstStyle/>
          <a:p>
            <a:pPr marL="0" indent="0" algn="ctr">
              <a:spcBef>
                <a:spcPts val="0"/>
              </a:spcBef>
              <a:buClr>
                <a:srgbClr val="888888"/>
              </a:buClr>
              <a:buSzPts val="1200"/>
            </a:pPr>
            <a:r>
              <a:rPr lang="en-US" sz="1200">
                <a:solidFill>
                  <a:srgbClr val="888888"/>
                </a:solidFill>
                <a:latin typeface="Times New Roman"/>
                <a:ea typeface="Times New Roman"/>
                <a:cs typeface="Times New Roman"/>
                <a:sym typeface="Times New Roman"/>
              </a:rPr>
              <a:t>Copyright ©2021 John Wiley &amp; Sons, Inc.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Chapter 3 Overview</a:t>
            </a:r>
          </a:p>
        </p:txBody>
      </p:sp>
      <p:sp>
        <p:nvSpPr>
          <p:cNvPr id="3" name="Content Placeholder 2"/>
          <p:cNvSpPr>
            <a:spLocks noGrp="1"/>
          </p:cNvSpPr>
          <p:nvPr>
            <p:ph idx="1"/>
          </p:nvPr>
        </p:nvSpPr>
        <p:spPr>
          <a:xfrm>
            <a:off x="1981200" y="1371600"/>
            <a:ext cx="7620000" cy="4800600"/>
          </a:xfrm>
        </p:spPr>
        <p:txBody>
          <a:bodyPr>
            <a:normAutofit/>
          </a:bodyPr>
          <a:lstStyle/>
          <a:p>
            <a:r>
              <a:rPr lang="en-US" dirty="0"/>
              <a:t>So far, we can only say things like </a:t>
            </a:r>
          </a:p>
          <a:p>
            <a:pPr lvl="1"/>
            <a:r>
              <a:rPr lang="en-US" sz="2800" dirty="0"/>
              <a:t>“We have strong evidence that the probability Harley chooses the correct cup is &gt; 0.5.”  </a:t>
            </a:r>
          </a:p>
          <a:p>
            <a:pPr lvl="1"/>
            <a:r>
              <a:rPr lang="en-US" sz="2800" dirty="0"/>
              <a:t>”Students overestimate the length of the Jackson 5’s song ‘ABC.’”</a:t>
            </a:r>
          </a:p>
          <a:p>
            <a:r>
              <a:rPr lang="en-US" dirty="0"/>
              <a:t>We want a method that estimates what the parameter </a:t>
            </a:r>
            <a:r>
              <a:rPr lang="en-US" i="1" dirty="0"/>
              <a:t>actually is.</a:t>
            </a:r>
          </a:p>
          <a:p>
            <a:endParaRPr lang="en-US" dirty="0"/>
          </a:p>
        </p:txBody>
      </p:sp>
    </p:spTree>
    <p:custDataLst>
      <p:tags r:id="rId1"/>
    </p:custDataLst>
    <p:extLst>
      <p:ext uri="{BB962C8B-B14F-4D97-AF65-F5344CB8AC3E}">
        <p14:creationId xmlns:p14="http://schemas.microsoft.com/office/powerpoint/2010/main" val="1493707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Can Dogs Sniff Out Cancer?</a:t>
            </a:r>
          </a:p>
        </p:txBody>
      </p:sp>
      <p:sp>
        <p:nvSpPr>
          <p:cNvPr id="3" name="Content Placeholder 2"/>
          <p:cNvSpPr>
            <a:spLocks noGrp="1"/>
          </p:cNvSpPr>
          <p:nvPr>
            <p:ph sz="quarter" idx="12"/>
          </p:nvPr>
        </p:nvSpPr>
        <p:spPr/>
        <p:txBody>
          <a:bodyPr>
            <a:normAutofit/>
          </a:bodyPr>
          <a:lstStyle/>
          <a:p>
            <a:pPr marL="82296" indent="0">
              <a:buNone/>
            </a:pPr>
            <a:r>
              <a:rPr lang="en-US" sz="2800" dirty="0"/>
              <a:t>Marine, a dog originally trained for water rescues, was tested to see if she could detect if a patient had colorectal cancer by smelling a sample of the patient’s breath.</a:t>
            </a:r>
          </a:p>
          <a:p>
            <a:pPr marL="82296" indent="0">
              <a:buNone/>
            </a:pPr>
            <a:endParaRPr lang="en-US" sz="2800" dirty="0"/>
          </a:p>
          <a:p>
            <a:pPr marL="82296" indent="0">
              <a:buNone/>
            </a:pPr>
            <a:endParaRPr lang="en-US" sz="2800" dirty="0"/>
          </a:p>
          <a:p>
            <a:pPr marL="114300" indent="0">
              <a:buNone/>
            </a:pPr>
            <a:endParaRPr lang="en-US" sz="2800" dirty="0"/>
          </a:p>
        </p:txBody>
      </p:sp>
    </p:spTree>
    <p:custDataLst>
      <p:tags r:id="rId1"/>
    </p:custDataLst>
    <p:extLst>
      <p:ext uri="{BB962C8B-B14F-4D97-AF65-F5344CB8AC3E}">
        <p14:creationId xmlns:p14="http://schemas.microsoft.com/office/powerpoint/2010/main" val="52296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Can Dogs Sniff Out Cancer?</a:t>
            </a:r>
          </a:p>
        </p:txBody>
      </p:sp>
      <p:sp>
        <p:nvSpPr>
          <p:cNvPr id="3" name="Content Placeholder 2"/>
          <p:cNvSpPr>
            <a:spLocks noGrp="1"/>
          </p:cNvSpPr>
          <p:nvPr>
            <p:ph sz="quarter" idx="12"/>
          </p:nvPr>
        </p:nvSpPr>
        <p:spPr/>
        <p:txBody>
          <a:bodyPr>
            <a:normAutofit/>
          </a:bodyPr>
          <a:lstStyle/>
          <a:p>
            <a:r>
              <a:rPr lang="en-US" sz="2600" dirty="0"/>
              <a:t>In each trial, she first smells a bag from a patient with colorectal cancer.</a:t>
            </a:r>
          </a:p>
          <a:p>
            <a:r>
              <a:rPr lang="en-US" sz="2600" dirty="0"/>
              <a:t>Then she smells 5 other samples;  4 from normal patients and </a:t>
            </a:r>
            <a:r>
              <a:rPr lang="en-US" sz="2600" dirty="0">
                <a:latin typeface="Arial" pitchFamily="34" charset="0"/>
                <a:cs typeface="Arial" pitchFamily="34" charset="0"/>
              </a:rPr>
              <a:t>1</a:t>
            </a:r>
            <a:r>
              <a:rPr lang="en-US" sz="2600" dirty="0"/>
              <a:t> from a person with colorectal cancer.</a:t>
            </a:r>
          </a:p>
          <a:p>
            <a:r>
              <a:rPr lang="en-US" sz="2600" dirty="0"/>
              <a:t>Marine correctly identified the bag from the cancer patient in 30 out of 33 trials. So our sample proportion is 30/33 = 0.909.</a:t>
            </a:r>
          </a:p>
          <a:p>
            <a:endParaRPr lang="en-US" dirty="0"/>
          </a:p>
        </p:txBody>
      </p:sp>
    </p:spTree>
    <p:custDataLst>
      <p:tags r:id="rId1"/>
    </p:custDataLst>
    <p:extLst>
      <p:ext uri="{BB962C8B-B14F-4D97-AF65-F5344CB8AC3E}">
        <p14:creationId xmlns:p14="http://schemas.microsoft.com/office/powerpoint/2010/main" val="2415226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8C5BA-05A0-1F5F-F82B-5FB070150E78}"/>
              </a:ext>
            </a:extLst>
          </p:cNvPr>
          <p:cNvSpPr>
            <a:spLocks noGrp="1"/>
          </p:cNvSpPr>
          <p:nvPr>
            <p:ph type="title"/>
          </p:nvPr>
        </p:nvSpPr>
        <p:spPr/>
        <p:txBody>
          <a:bodyPr/>
          <a:lstStyle/>
          <a:p>
            <a:r>
              <a:rPr lang="en-US" dirty="0"/>
              <a:t>Can Dogs Sniff Out Cancer?</a:t>
            </a:r>
          </a:p>
        </p:txBody>
      </p:sp>
      <p:sp>
        <p:nvSpPr>
          <p:cNvPr id="3" name="Slide Number Placeholder 2">
            <a:extLst>
              <a:ext uri="{FF2B5EF4-FFF2-40B4-BE49-F238E27FC236}">
                <a16:creationId xmlns:a16="http://schemas.microsoft.com/office/drawing/2014/main" id="{E85227F6-2FC6-76E2-75C7-436E58959BE5}"/>
              </a:ext>
            </a:extLst>
          </p:cNvPr>
          <p:cNvSpPr>
            <a:spLocks noGrp="1"/>
          </p:cNvSpPr>
          <p:nvPr>
            <p:ph type="sldNum" sz="quarter" idx="10"/>
          </p:nvPr>
        </p:nvSpPr>
        <p:spPr/>
        <p:txBody>
          <a:bodyPr/>
          <a:lstStyle/>
          <a:p>
            <a:fld id="{67B19427-F580-D146-B60E-4CADEE75497F}" type="slidenum">
              <a:rPr lang="en-US" smtClean="0"/>
              <a:pPr/>
              <a:t>5</a:t>
            </a:fld>
            <a:endParaRPr lang="en-US" dirty="0"/>
          </a:p>
        </p:txBody>
      </p:sp>
      <p:sp>
        <p:nvSpPr>
          <p:cNvPr id="4" name="Footer Placeholder 3">
            <a:extLst>
              <a:ext uri="{FF2B5EF4-FFF2-40B4-BE49-F238E27FC236}">
                <a16:creationId xmlns:a16="http://schemas.microsoft.com/office/drawing/2014/main" id="{56D50179-994C-0E6C-F1A0-FDEED0B4DFD8}"/>
              </a:ext>
            </a:extLst>
          </p:cNvPr>
          <p:cNvSpPr>
            <a:spLocks noGrp="1"/>
          </p:cNvSpPr>
          <p:nvPr>
            <p:ph type="ftr" sz="quarter" idx="11"/>
          </p:nvPr>
        </p:nvSpPr>
        <p:spPr/>
        <p:txBody>
          <a:bodyPr/>
          <a:lstStyle/>
          <a:p>
            <a:r>
              <a:rPr lang="en-US"/>
              <a:t>Copyright ©2020 John Wiley &amp; Sons, Inc. </a:t>
            </a:r>
            <a:endParaRPr lang="en-US"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0D892AF-B2C8-4554-0810-0A77BDE01D93}"/>
                  </a:ext>
                </a:extLst>
              </p:cNvPr>
              <p:cNvSpPr>
                <a:spLocks noGrp="1"/>
              </p:cNvSpPr>
              <p:nvPr>
                <p:ph sz="quarter" idx="12"/>
              </p:nvPr>
            </p:nvSpPr>
            <p:spPr/>
            <p:txBody>
              <a:bodyPr/>
              <a:lstStyle/>
              <a:p>
                <a:r>
                  <a:rPr lang="en-US" sz="2800" dirty="0"/>
                  <a:t>In each of the 33 trials, Marine smells 5 bags containing breath samples: 4 from normal patients and </a:t>
                </a:r>
                <a:r>
                  <a:rPr lang="en-US" sz="2800" dirty="0">
                    <a:latin typeface="Arial" pitchFamily="34" charset="0"/>
                    <a:cs typeface="Arial" pitchFamily="34" charset="0"/>
                  </a:rPr>
                  <a:t>1</a:t>
                </a:r>
                <a:r>
                  <a:rPr lang="en-US" sz="2800" dirty="0"/>
                  <a:t> from a person with colorectal cancer.</a:t>
                </a:r>
              </a:p>
              <a:p>
                <a:endParaRPr lang="en-US" sz="2800" dirty="0"/>
              </a:p>
              <a:p>
                <a:r>
                  <a:rPr lang="en-US" sz="2800" dirty="0"/>
                  <a:t>Discuss:</a:t>
                </a:r>
              </a:p>
              <a:p>
                <a:pPr lvl="1"/>
                <a:r>
                  <a:rPr lang="en-US" sz="2800" dirty="0"/>
                  <a:t>What are the observational units?</a:t>
                </a:r>
              </a:p>
              <a:p>
                <a:pPr lvl="1"/>
                <a:r>
                  <a:rPr lang="en-US" sz="2800" dirty="0"/>
                  <a:t>What is the variable?</a:t>
                </a:r>
              </a:p>
              <a:p>
                <a:pPr lvl="1"/>
                <a:r>
                  <a:rPr lang="en-US" sz="2800" dirty="0"/>
                  <a:t>What is our sample size?</a:t>
                </a:r>
              </a:p>
              <a:p>
                <a:pPr lvl="1"/>
                <a:r>
                  <a:rPr lang="en-US" sz="2800" dirty="0"/>
                  <a:t>What's the general probability of success, </a:t>
                </a:r>
                <a14:m>
                  <m:oMath xmlns:m="http://schemas.openxmlformats.org/officeDocument/2006/math">
                    <m:r>
                      <a:rPr lang="en-US" sz="2800" i="1" dirty="0" smtClean="0">
                        <a:latin typeface="Cambria Math" panose="02040503050406030204" pitchFamily="18" charset="0"/>
                      </a:rPr>
                      <m:t>𝜋</m:t>
                    </m:r>
                  </m:oMath>
                </a14:m>
                <a:r>
                  <a:rPr lang="en-US" sz="2800" dirty="0"/>
                  <a:t>?</a:t>
                </a:r>
              </a:p>
              <a:p>
                <a:pPr lvl="1"/>
                <a:r>
                  <a:rPr lang="en-US" sz="2800" dirty="0"/>
                  <a:t>Write the null and alternative hypotheses in symbols.</a:t>
                </a:r>
              </a:p>
              <a:p>
                <a:endParaRPr lang="en-US" sz="2800" dirty="0"/>
              </a:p>
            </p:txBody>
          </p:sp>
        </mc:Choice>
        <mc:Fallback xmlns="">
          <p:sp>
            <p:nvSpPr>
              <p:cNvPr id="5" name="Content Placeholder 4">
                <a:extLst>
                  <a:ext uri="{FF2B5EF4-FFF2-40B4-BE49-F238E27FC236}">
                    <a16:creationId xmlns:a16="http://schemas.microsoft.com/office/drawing/2014/main" id="{00D892AF-B2C8-4554-0810-0A77BDE01D93}"/>
                  </a:ext>
                </a:extLst>
              </p:cNvPr>
              <p:cNvSpPr>
                <a:spLocks noGrp="1" noRot="1" noChangeAspect="1" noMove="1" noResize="1" noEditPoints="1" noAdjustHandles="1" noChangeArrowheads="1" noChangeShapeType="1" noTextEdit="1"/>
              </p:cNvSpPr>
              <p:nvPr>
                <p:ph sz="quarter" idx="12"/>
              </p:nvPr>
            </p:nvSpPr>
            <p:spPr>
              <a:blipFill>
                <a:blip r:embed="rId2"/>
                <a:stretch>
                  <a:fillRect l="-1004" t="-1603" b="-17628"/>
                </a:stretch>
              </a:blipFill>
            </p:spPr>
            <p:txBody>
              <a:bodyPr/>
              <a:lstStyle/>
              <a:p>
                <a:r>
                  <a:rPr lang="en-US">
                    <a:noFill/>
                  </a:rPr>
                  <a:t> </a:t>
                </a:r>
              </a:p>
            </p:txBody>
          </p:sp>
        </mc:Fallback>
      </mc:AlternateContent>
    </p:spTree>
    <p:extLst>
      <p:ext uri="{BB962C8B-B14F-4D97-AF65-F5344CB8AC3E}">
        <p14:creationId xmlns:p14="http://schemas.microsoft.com/office/powerpoint/2010/main" val="875196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Can Dogs Sniff Out Cancer?</a:t>
            </a:r>
          </a:p>
        </p:txBody>
      </p:sp>
      <p:sp>
        <p:nvSpPr>
          <p:cNvPr id="3" name="Content Placeholder 2"/>
          <p:cNvSpPr>
            <a:spLocks noGrp="1"/>
          </p:cNvSpPr>
          <p:nvPr>
            <p:ph idx="1"/>
          </p:nvPr>
        </p:nvSpPr>
        <p:spPr>
          <a:xfrm>
            <a:off x="1752600" y="1524000"/>
            <a:ext cx="8305800" cy="3962400"/>
          </a:xfrm>
        </p:spPr>
        <p:txBody>
          <a:bodyPr>
            <a:normAutofit/>
          </a:bodyPr>
          <a:lstStyle/>
          <a:p>
            <a:pPr marL="109728" indent="0">
              <a:buNone/>
            </a:pPr>
            <a:r>
              <a:rPr lang="en-US" dirty="0"/>
              <a:t>Our sample proportion lies more than 10 standard deviations above the mean and hence our p-value is 0. </a:t>
            </a:r>
          </a:p>
        </p:txBody>
      </p:sp>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6856" y="2590800"/>
            <a:ext cx="7848600" cy="3505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4209247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Can Dogs Sniff Out Cancer?</a:t>
            </a:r>
          </a:p>
        </p:txBody>
      </p:sp>
      <p:sp>
        <p:nvSpPr>
          <p:cNvPr id="3" name="Content Placeholder 2"/>
          <p:cNvSpPr>
            <a:spLocks noGrp="1"/>
          </p:cNvSpPr>
          <p:nvPr>
            <p:ph sz="quarter" idx="12"/>
          </p:nvPr>
        </p:nvSpPr>
        <p:spPr/>
        <p:txBody>
          <a:bodyPr>
            <a:normAutofit/>
          </a:bodyPr>
          <a:lstStyle/>
          <a:p>
            <a:r>
              <a:rPr lang="en-US" dirty="0"/>
              <a:t>It’s not very interesting to say “Marine picks the correct bag more than 20% of the time.” </a:t>
            </a:r>
          </a:p>
          <a:p>
            <a:r>
              <a:rPr lang="en-US" dirty="0"/>
              <a:t>Can we say for certain that Marine picks the correct bag 90.9% of the time?</a:t>
            </a:r>
          </a:p>
          <a:p>
            <a:endParaRPr lang="en-US" dirty="0"/>
          </a:p>
          <a:p>
            <a:endParaRPr lang="en-US" dirty="0"/>
          </a:p>
          <a:p>
            <a:r>
              <a:rPr lang="en-US" dirty="0"/>
              <a:t>Is it plausible that Marine actually picks the correct bag 70% of the time and just had a lucky day?</a:t>
            </a:r>
          </a:p>
        </p:txBody>
      </p:sp>
    </p:spTree>
    <p:extLst>
      <p:ext uri="{BB962C8B-B14F-4D97-AF65-F5344CB8AC3E}">
        <p14:creationId xmlns:p14="http://schemas.microsoft.com/office/powerpoint/2010/main" val="2185967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Can Dogs Sniff Out Cancer?</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2"/>
              </p:nvPr>
            </p:nvSpPr>
            <p:spPr/>
            <p:txBody>
              <a:bodyPr>
                <a:normAutofit/>
              </a:bodyPr>
              <a:lstStyle/>
              <a:p>
                <a:r>
                  <a:rPr lang="en-US" sz="2800" dirty="0"/>
                  <a:t>Let's try: </a:t>
                </a:r>
                <a:endParaRPr lang="en-US" sz="2800" dirty="0">
                  <a:solidFill>
                    <a:schemeClr val="tx1"/>
                  </a:solidFill>
                </a:endParaRPr>
              </a:p>
              <a:p>
                <a:r>
                  <a:rPr lang="en-US" sz="2800" dirty="0">
                    <a:solidFill>
                      <a:schemeClr val="tx1"/>
                    </a:solidFill>
                  </a:rPr>
                  <a:t>H</a:t>
                </a:r>
                <a:r>
                  <a:rPr lang="en-US" sz="2800" baseline="-25000" dirty="0">
                    <a:solidFill>
                      <a:schemeClr val="tx1"/>
                    </a:solidFill>
                  </a:rPr>
                  <a:t>0</a:t>
                </a:r>
                <a:r>
                  <a:rPr lang="en-US" sz="2800" dirty="0">
                    <a:solidFill>
                      <a:schemeClr val="tx1"/>
                    </a:solidFill>
                  </a:rPr>
                  <a:t>: </a:t>
                </a:r>
                <a14:m>
                  <m:oMath xmlns:m="http://schemas.openxmlformats.org/officeDocument/2006/math">
                    <m:r>
                      <a:rPr lang="en-US" sz="2800" i="1">
                        <a:solidFill>
                          <a:schemeClr val="tx1"/>
                        </a:solidFill>
                        <a:latin typeface="Cambria Math"/>
                      </a:rPr>
                      <m:t>𝜋</m:t>
                    </m:r>
                  </m:oMath>
                </a14:m>
                <a:r>
                  <a:rPr lang="en-US" sz="2800" dirty="0">
                    <a:solidFill>
                      <a:schemeClr val="tx1"/>
                    </a:solidFill>
                  </a:rPr>
                  <a:t> = 0.70    H</a:t>
                </a:r>
                <a:r>
                  <a:rPr lang="en-US" sz="2800" baseline="-25000" dirty="0">
                    <a:solidFill>
                      <a:schemeClr val="tx1"/>
                    </a:solidFill>
                  </a:rPr>
                  <a:t>a</a:t>
                </a:r>
                <a:r>
                  <a:rPr lang="en-US" sz="2800" dirty="0">
                    <a:solidFill>
                      <a:schemeClr val="tx1"/>
                    </a:solidFill>
                  </a:rPr>
                  <a:t>: </a:t>
                </a:r>
                <a14:m>
                  <m:oMath xmlns:m="http://schemas.openxmlformats.org/officeDocument/2006/math">
                    <m:r>
                      <a:rPr lang="en-US" sz="2800" i="1">
                        <a:solidFill>
                          <a:schemeClr val="tx1"/>
                        </a:solidFill>
                        <a:latin typeface="Cambria Math"/>
                      </a:rPr>
                      <m:t>𝜋</m:t>
                    </m:r>
                  </m:oMath>
                </a14:m>
                <a:r>
                  <a:rPr lang="en-US" sz="2800" dirty="0">
                    <a:solidFill>
                      <a:schemeClr val="tx1"/>
                    </a:solidFill>
                  </a:rPr>
                  <a:t> ≠ 0.70</a:t>
                </a:r>
              </a:p>
              <a:p>
                <a:r>
                  <a:rPr lang="en-US" sz="2800" dirty="0">
                    <a:solidFill>
                      <a:schemeClr val="tx1"/>
                    </a:solidFill>
                  </a:rPr>
                  <a:t>We get a small p-value (0.0090) so we can rule out 0.70 as a value for </a:t>
                </a:r>
                <a14:m>
                  <m:oMath xmlns:m="http://schemas.openxmlformats.org/officeDocument/2006/math">
                    <m:r>
                      <a:rPr lang="en-US" sz="2800" i="1">
                        <a:solidFill>
                          <a:schemeClr val="tx1"/>
                        </a:solidFill>
                        <a:latin typeface="Cambria Math"/>
                      </a:rPr>
                      <m:t>𝜋</m:t>
                    </m:r>
                  </m:oMath>
                </a14:m>
                <a:r>
                  <a:rPr lang="en-US" sz="2800" dirty="0">
                    <a:solidFill>
                      <a:schemeClr val="tx1"/>
                    </a:solidFill>
                  </a:rPr>
                  <a:t>.</a:t>
                </a:r>
              </a:p>
              <a:p>
                <a:pPr marL="109728" indent="0">
                  <a:buNone/>
                </a:pPr>
                <a:endParaRPr lang="en-US" sz="2800" dirty="0">
                  <a:solidFill>
                    <a:schemeClr val="tx1"/>
                  </a:solidFill>
                </a:endParaRPr>
              </a:p>
              <a:p>
                <a:pPr marL="109728" indent="0">
                  <a:buNone/>
                </a:pPr>
                <a:endParaRPr lang="en-US" sz="2800"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2"/>
              </p:nvPr>
            </p:nvSpPr>
            <p:spPr>
              <a:blipFill>
                <a:blip r:embed="rId3"/>
                <a:stretch>
                  <a:fillRect l="-1004" t="-1603"/>
                </a:stretch>
              </a:blipFill>
            </p:spPr>
            <p:txBody>
              <a:bodyPr/>
              <a:lstStyle/>
              <a:p>
                <a:r>
                  <a:rPr lang="en-US">
                    <a:noFill/>
                  </a:rPr>
                  <a:t> </a:t>
                </a:r>
              </a:p>
            </p:txBody>
          </p:sp>
        </mc:Fallback>
      </mc:AlternateContent>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7491" y="3620219"/>
            <a:ext cx="7357017" cy="3048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507856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Can Dogs Sniff Out Cancer?</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2"/>
              </p:nvPr>
            </p:nvSpPr>
            <p:spPr/>
            <p:txBody>
              <a:bodyPr/>
              <a:lstStyle/>
              <a:p>
                <a:r>
                  <a:rPr lang="en-US" dirty="0">
                    <a:solidFill>
                      <a:schemeClr val="tx1"/>
                    </a:solidFill>
                  </a:rPr>
                  <a:t>What about 0.80? </a:t>
                </a:r>
              </a:p>
              <a:p>
                <a:r>
                  <a:rPr lang="en-US" dirty="0">
                    <a:solidFill>
                      <a:schemeClr val="tx1"/>
                    </a:solidFill>
                  </a:rPr>
                  <a:t>Is an observed statistic of 0.909 unlikely if </a:t>
                </a:r>
                <a14:m>
                  <m:oMath xmlns:m="http://schemas.openxmlformats.org/officeDocument/2006/math">
                    <m:r>
                      <a:rPr lang="en-US" i="1">
                        <a:solidFill>
                          <a:schemeClr val="tx1"/>
                        </a:solidFill>
                        <a:latin typeface="Cambria Math"/>
                      </a:rPr>
                      <m:t>𝜋</m:t>
                    </m:r>
                  </m:oMath>
                </a14:m>
                <a:r>
                  <a:rPr lang="en-US" dirty="0">
                    <a:solidFill>
                      <a:schemeClr val="tx1"/>
                    </a:solidFill>
                  </a:rPr>
                  <a:t> = 0.80?</a:t>
                </a:r>
              </a:p>
              <a:p>
                <a:pPr marL="82296" indent="0">
                  <a:buNone/>
                </a:pPr>
                <a:endParaRPr lang="en-US"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2"/>
              </p:nvPr>
            </p:nvSpPr>
            <p:spPr>
              <a:blipFill>
                <a:blip r:embed="rId3"/>
                <a:stretch>
                  <a:fillRect l="-893" t="-1603"/>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106397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Can Dogs Sniff Out Cancer?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133600" y="1371600"/>
                <a:ext cx="7825740" cy="4800600"/>
              </a:xfrm>
            </p:spPr>
            <p:txBody>
              <a:bodyPr>
                <a:normAutofit/>
              </a:bodyPr>
              <a:lstStyle/>
              <a:p>
                <a:r>
                  <a:rPr lang="en-US" dirty="0">
                    <a:solidFill>
                      <a:schemeClr val="tx1"/>
                    </a:solidFill>
                  </a:rPr>
                  <a:t>H</a:t>
                </a:r>
                <a:r>
                  <a:rPr lang="en-US" baseline="-25000" dirty="0">
                    <a:solidFill>
                      <a:schemeClr val="tx1"/>
                    </a:solidFill>
                  </a:rPr>
                  <a:t>0</a:t>
                </a:r>
                <a:r>
                  <a:rPr lang="en-US" dirty="0">
                    <a:solidFill>
                      <a:schemeClr val="tx1"/>
                    </a:solidFill>
                  </a:rPr>
                  <a:t>: </a:t>
                </a:r>
                <a14:m>
                  <m:oMath xmlns:m="http://schemas.openxmlformats.org/officeDocument/2006/math">
                    <m:r>
                      <a:rPr lang="en-US" i="1">
                        <a:solidFill>
                          <a:schemeClr val="tx1"/>
                        </a:solidFill>
                        <a:latin typeface="Cambria Math"/>
                      </a:rPr>
                      <m:t>𝜋</m:t>
                    </m:r>
                  </m:oMath>
                </a14:m>
                <a:r>
                  <a:rPr lang="en-US" dirty="0">
                    <a:solidFill>
                      <a:schemeClr val="tx1"/>
                    </a:solidFill>
                  </a:rPr>
                  <a:t> = 0.80    H</a:t>
                </a:r>
                <a:r>
                  <a:rPr lang="en-US" baseline="-25000" dirty="0">
                    <a:solidFill>
                      <a:schemeClr val="tx1"/>
                    </a:solidFill>
                  </a:rPr>
                  <a:t>a</a:t>
                </a:r>
                <a:r>
                  <a:rPr lang="en-US" dirty="0">
                    <a:solidFill>
                      <a:schemeClr val="tx1"/>
                    </a:solidFill>
                  </a:rPr>
                  <a:t>: </a:t>
                </a:r>
                <a14:m>
                  <m:oMath xmlns:m="http://schemas.openxmlformats.org/officeDocument/2006/math">
                    <m:r>
                      <a:rPr lang="en-US" i="1">
                        <a:solidFill>
                          <a:schemeClr val="tx1"/>
                        </a:solidFill>
                        <a:latin typeface="Cambria Math"/>
                      </a:rPr>
                      <m:t>𝜋</m:t>
                    </m:r>
                  </m:oMath>
                </a14:m>
                <a:r>
                  <a:rPr lang="en-US" dirty="0">
                    <a:solidFill>
                      <a:schemeClr val="tx1"/>
                    </a:solidFill>
                  </a:rPr>
                  <a:t> ≠ 0.80</a:t>
                </a:r>
              </a:p>
              <a:p>
                <a:r>
                  <a:rPr lang="en-US" dirty="0">
                    <a:solidFill>
                      <a:schemeClr val="tx1"/>
                    </a:solidFill>
                  </a:rPr>
                  <a:t>We get a large p-value (0.1470) so 0.80 is a </a:t>
                </a:r>
                <a:r>
                  <a:rPr lang="en-US" b="1" i="1" dirty="0">
                    <a:solidFill>
                      <a:schemeClr val="tx1"/>
                    </a:solidFill>
                  </a:rPr>
                  <a:t>plausible</a:t>
                </a:r>
                <a:r>
                  <a:rPr lang="en-US" dirty="0">
                    <a:solidFill>
                      <a:schemeClr val="tx1"/>
                    </a:solidFill>
                  </a:rPr>
                  <a:t> value for Marine’s long-run probability.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133600" y="1371600"/>
                <a:ext cx="7825740" cy="4800600"/>
              </a:xfrm>
              <a:blipFill>
                <a:blip r:embed="rId3"/>
                <a:stretch>
                  <a:fillRect/>
                </a:stretch>
              </a:blipFill>
            </p:spPr>
            <p:txBody>
              <a:bodyPr/>
              <a:lstStyle/>
              <a:p>
                <a:r>
                  <a:rPr lang="en-US">
                    <a:noFill/>
                  </a:rPr>
                  <a:t> </a:t>
                </a:r>
              </a:p>
            </p:txBody>
          </p:sp>
        </mc:Fallback>
      </mc:AlternateContent>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1" y="2895601"/>
            <a:ext cx="7576335" cy="310058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262429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range of plausible values</a:t>
            </a:r>
          </a:p>
        </p:txBody>
      </p:sp>
      <p:sp>
        <p:nvSpPr>
          <p:cNvPr id="3" name="Content Placeholder 2"/>
          <p:cNvSpPr>
            <a:spLocks noGrp="1"/>
          </p:cNvSpPr>
          <p:nvPr>
            <p:ph sz="quarter" idx="12"/>
          </p:nvPr>
        </p:nvSpPr>
        <p:spPr/>
        <p:txBody>
          <a:bodyPr>
            <a:normAutofit/>
          </a:bodyPr>
          <a:lstStyle/>
          <a:p>
            <a:r>
              <a:rPr lang="en-US" sz="3000" dirty="0"/>
              <a:t>Small p-value =&gt; the value in H</a:t>
            </a:r>
            <a:r>
              <a:rPr lang="en-US" sz="3000" baseline="-25000" dirty="0"/>
              <a:t>0</a:t>
            </a:r>
            <a:r>
              <a:rPr lang="en-US" sz="3000" dirty="0"/>
              <a:t> is not plausible.  (We can conclude H</a:t>
            </a:r>
            <a:r>
              <a:rPr lang="en-US" sz="3000" baseline="-25000" dirty="0"/>
              <a:t>a</a:t>
            </a:r>
            <a:r>
              <a:rPr lang="en-US" sz="3000" dirty="0"/>
              <a:t>.)</a:t>
            </a:r>
          </a:p>
          <a:p>
            <a:r>
              <a:rPr lang="en-US" sz="3000" dirty="0"/>
              <a:t>Large p-value =&gt; the value under H</a:t>
            </a:r>
            <a:r>
              <a:rPr lang="en-US" sz="3000" baseline="-25000" dirty="0"/>
              <a:t>0</a:t>
            </a:r>
            <a:r>
              <a:rPr lang="en-US" sz="3000" dirty="0"/>
              <a:t> is plausible.  (We can’t conclude H</a:t>
            </a:r>
            <a:r>
              <a:rPr lang="en-US" sz="3000" baseline="-25000" dirty="0"/>
              <a:t>a</a:t>
            </a:r>
            <a:r>
              <a:rPr lang="en-US" sz="3000" dirty="0"/>
              <a:t>.)</a:t>
            </a:r>
          </a:p>
          <a:p>
            <a:r>
              <a:rPr lang="en-US" sz="3200" dirty="0"/>
              <a:t>The </a:t>
            </a:r>
            <a:r>
              <a:rPr lang="en-US" sz="3200" b="1" dirty="0"/>
              <a:t>significance level </a:t>
            </a:r>
            <a:r>
              <a:rPr lang="en-US" sz="3200" dirty="0"/>
              <a:t>α determines whether a p-value is small or large.</a:t>
            </a:r>
            <a:endParaRPr lang="en-US" sz="3000" dirty="0"/>
          </a:p>
          <a:p>
            <a:endParaRPr lang="en-US" dirty="0"/>
          </a:p>
        </p:txBody>
      </p:sp>
    </p:spTree>
    <p:custDataLst>
      <p:tags r:id="rId1"/>
    </p:custDataLst>
    <p:extLst>
      <p:ext uri="{BB962C8B-B14F-4D97-AF65-F5344CB8AC3E}">
        <p14:creationId xmlns:p14="http://schemas.microsoft.com/office/powerpoint/2010/main" val="2864767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A range of possible values</a:t>
            </a:r>
          </a:p>
        </p:txBody>
      </p:sp>
      <p:sp>
        <p:nvSpPr>
          <p:cNvPr id="3" name="Content Placeholder 2"/>
          <p:cNvSpPr>
            <a:spLocks noGrp="1"/>
          </p:cNvSpPr>
          <p:nvPr>
            <p:ph sz="quarter" idx="12"/>
          </p:nvPr>
        </p:nvSpPr>
        <p:spPr/>
        <p:txBody>
          <a:bodyPr>
            <a:normAutofit/>
          </a:bodyPr>
          <a:lstStyle/>
          <a:p>
            <a:r>
              <a:rPr lang="en-US" sz="2800" dirty="0"/>
              <a:t>We can use the One Proportion applet to find a range of plausible values for Marine’s long-term probability of choosing the correct bag.</a:t>
            </a:r>
          </a:p>
          <a:p>
            <a:r>
              <a:rPr lang="en-US" sz="2800" dirty="0"/>
              <a:t>We do this by keeping the sample proportion the same and varying π.</a:t>
            </a:r>
          </a:p>
          <a:p>
            <a:r>
              <a:rPr lang="en-US" sz="2800" dirty="0"/>
              <a:t>You will do this in today’s Exploration.</a:t>
            </a:r>
          </a:p>
        </p:txBody>
      </p:sp>
    </p:spTree>
    <p:extLst>
      <p:ext uri="{BB962C8B-B14F-4D97-AF65-F5344CB8AC3E}">
        <p14:creationId xmlns:p14="http://schemas.microsoft.com/office/powerpoint/2010/main" val="2058389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2438400"/>
            <a:ext cx="7620000" cy="1143000"/>
          </a:xfrm>
        </p:spPr>
        <p:txBody>
          <a:bodyPr/>
          <a:lstStyle/>
          <a:p>
            <a:r>
              <a:rPr lang="en-US" dirty="0">
                <a:solidFill>
                  <a:schemeClr val="accent1"/>
                </a:solidFill>
              </a:rPr>
              <a:t>Exploration 3.1</a:t>
            </a:r>
          </a:p>
        </p:txBody>
      </p:sp>
    </p:spTree>
    <p:extLst>
      <p:ext uri="{BB962C8B-B14F-4D97-AF65-F5344CB8AC3E}">
        <p14:creationId xmlns:p14="http://schemas.microsoft.com/office/powerpoint/2010/main" val="3191640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206F3-484F-F4FA-99A9-E4EC0B1F31A5}"/>
              </a:ext>
            </a:extLst>
          </p:cNvPr>
          <p:cNvSpPr>
            <a:spLocks noGrp="1"/>
          </p:cNvSpPr>
          <p:nvPr>
            <p:ph type="title"/>
          </p:nvPr>
        </p:nvSpPr>
        <p:spPr>
          <a:xfrm>
            <a:off x="653535" y="3009900"/>
            <a:ext cx="11379200" cy="838199"/>
          </a:xfrm>
        </p:spPr>
        <p:txBody>
          <a:bodyPr>
            <a:normAutofit fontScale="90000"/>
          </a:bodyPr>
          <a:lstStyle/>
          <a:p>
            <a:r>
              <a:rPr lang="en-US" sz="6000" dirty="0"/>
              <a:t>3.2 and 3.3</a:t>
            </a:r>
          </a:p>
        </p:txBody>
      </p:sp>
      <p:sp>
        <p:nvSpPr>
          <p:cNvPr id="3" name="Slide Number Placeholder 2">
            <a:extLst>
              <a:ext uri="{FF2B5EF4-FFF2-40B4-BE49-F238E27FC236}">
                <a16:creationId xmlns:a16="http://schemas.microsoft.com/office/drawing/2014/main" id="{F79E7E85-5D62-F78A-A1C4-8BE814DBF84F}"/>
              </a:ext>
            </a:extLst>
          </p:cNvPr>
          <p:cNvSpPr>
            <a:spLocks noGrp="1"/>
          </p:cNvSpPr>
          <p:nvPr>
            <p:ph type="sldNum" sz="quarter" idx="10"/>
          </p:nvPr>
        </p:nvSpPr>
        <p:spPr/>
        <p:txBody>
          <a:bodyPr/>
          <a:lstStyle/>
          <a:p>
            <a:fld id="{67B19427-F580-D146-B60E-4CADEE75497F}" type="slidenum">
              <a:rPr lang="en-US" smtClean="0"/>
              <a:pPr/>
              <a:t>14</a:t>
            </a:fld>
            <a:endParaRPr lang="en-US" dirty="0"/>
          </a:p>
        </p:txBody>
      </p:sp>
      <p:sp>
        <p:nvSpPr>
          <p:cNvPr id="4" name="Footer Placeholder 3">
            <a:extLst>
              <a:ext uri="{FF2B5EF4-FFF2-40B4-BE49-F238E27FC236}">
                <a16:creationId xmlns:a16="http://schemas.microsoft.com/office/drawing/2014/main" id="{1379E8F2-D5CE-863F-682C-46C0BF13AC09}"/>
              </a:ext>
            </a:extLst>
          </p:cNvPr>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1579710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F2D36-3DDF-D803-F4EB-3A7B411E465F}"/>
              </a:ext>
            </a:extLst>
          </p:cNvPr>
          <p:cNvSpPr>
            <a:spLocks noGrp="1"/>
          </p:cNvSpPr>
          <p:nvPr>
            <p:ph type="title"/>
          </p:nvPr>
        </p:nvSpPr>
        <p:spPr/>
        <p:txBody>
          <a:bodyPr/>
          <a:lstStyle/>
          <a:p>
            <a:r>
              <a:rPr lang="en-US" dirty="0"/>
              <a:t>Overall Goal</a:t>
            </a:r>
          </a:p>
        </p:txBody>
      </p:sp>
      <p:sp>
        <p:nvSpPr>
          <p:cNvPr id="3" name="Slide Number Placeholder 2">
            <a:extLst>
              <a:ext uri="{FF2B5EF4-FFF2-40B4-BE49-F238E27FC236}">
                <a16:creationId xmlns:a16="http://schemas.microsoft.com/office/drawing/2014/main" id="{FA4F468A-4804-E1E7-135B-631DE54136FC}"/>
              </a:ext>
            </a:extLst>
          </p:cNvPr>
          <p:cNvSpPr>
            <a:spLocks noGrp="1"/>
          </p:cNvSpPr>
          <p:nvPr>
            <p:ph type="sldNum" sz="quarter" idx="10"/>
          </p:nvPr>
        </p:nvSpPr>
        <p:spPr/>
        <p:txBody>
          <a:bodyPr/>
          <a:lstStyle/>
          <a:p>
            <a:fld id="{67B19427-F580-D146-B60E-4CADEE75497F}" type="slidenum">
              <a:rPr lang="en-US" smtClean="0"/>
              <a:pPr/>
              <a:t>15</a:t>
            </a:fld>
            <a:endParaRPr lang="en-US" dirty="0"/>
          </a:p>
        </p:txBody>
      </p:sp>
      <p:sp>
        <p:nvSpPr>
          <p:cNvPr id="4" name="Footer Placeholder 3">
            <a:extLst>
              <a:ext uri="{FF2B5EF4-FFF2-40B4-BE49-F238E27FC236}">
                <a16:creationId xmlns:a16="http://schemas.microsoft.com/office/drawing/2014/main" id="{1A9210EC-FAE7-15C6-356F-22D11F2D5013}"/>
              </a:ext>
            </a:extLst>
          </p:cNvPr>
          <p:cNvSpPr>
            <a:spLocks noGrp="1"/>
          </p:cNvSpPr>
          <p:nvPr>
            <p:ph type="ftr" sz="quarter" idx="11"/>
          </p:nvPr>
        </p:nvSpPr>
        <p:spPr/>
        <p:txBody>
          <a:bodyPr/>
          <a:lstStyle/>
          <a:p>
            <a:r>
              <a:rPr lang="en-US"/>
              <a:t>Copyright ©2020 John Wiley &amp; Sons, Inc. </a:t>
            </a:r>
            <a:endParaRPr lang="en-US" dirty="0"/>
          </a:p>
        </p:txBody>
      </p:sp>
      <p:sp>
        <p:nvSpPr>
          <p:cNvPr id="5" name="Content Placeholder 4">
            <a:extLst>
              <a:ext uri="{FF2B5EF4-FFF2-40B4-BE49-F238E27FC236}">
                <a16:creationId xmlns:a16="http://schemas.microsoft.com/office/drawing/2014/main" id="{E999E4F5-F2E3-AA8A-3C2E-A9715559BC5E}"/>
              </a:ext>
            </a:extLst>
          </p:cNvPr>
          <p:cNvSpPr>
            <a:spLocks noGrp="1"/>
          </p:cNvSpPr>
          <p:nvPr>
            <p:ph sz="quarter" idx="12"/>
          </p:nvPr>
        </p:nvSpPr>
        <p:spPr/>
        <p:txBody>
          <a:bodyPr/>
          <a:lstStyle/>
          <a:p>
            <a:r>
              <a:rPr lang="en-US" sz="2800" dirty="0"/>
              <a:t>Estimate the </a:t>
            </a:r>
            <a:r>
              <a:rPr lang="en-US" sz="2800" i="1" dirty="0"/>
              <a:t>population proportion </a:t>
            </a:r>
            <a:r>
              <a:rPr lang="en-US" sz="2800" dirty="0"/>
              <a:t>or </a:t>
            </a:r>
            <a:r>
              <a:rPr lang="en-US" sz="2800" i="1" dirty="0"/>
              <a:t>population mean</a:t>
            </a:r>
            <a:r>
              <a:rPr lang="en-US" sz="2800" dirty="0"/>
              <a:t>.</a:t>
            </a:r>
          </a:p>
          <a:p>
            <a:r>
              <a:rPr lang="en-US" sz="2800" dirty="0"/>
              <a:t>How to do this:</a:t>
            </a:r>
          </a:p>
          <a:p>
            <a:pPr lvl="1"/>
            <a:r>
              <a:rPr lang="en-US" sz="2800" dirty="0"/>
              <a:t>Collect a sample</a:t>
            </a:r>
          </a:p>
          <a:p>
            <a:pPr lvl="1"/>
            <a:r>
              <a:rPr lang="en-US" sz="2800" dirty="0"/>
              <a:t>Obtain a sample proportion or sample mean (depending on what we are measuring)</a:t>
            </a:r>
          </a:p>
          <a:p>
            <a:pPr lvl="1"/>
            <a:r>
              <a:rPr lang="en-US" sz="2800" dirty="0"/>
              <a:t>Determine where the population proportion or mean lies with a certain level of confidence.</a:t>
            </a:r>
          </a:p>
          <a:p>
            <a:r>
              <a:rPr lang="en-US" sz="2800" dirty="0"/>
              <a:t>It's tedious to construct the confidence interval by trial and error. </a:t>
            </a:r>
          </a:p>
        </p:txBody>
      </p:sp>
    </p:spTree>
    <p:extLst>
      <p:ext uri="{BB962C8B-B14F-4D97-AF65-F5344CB8AC3E}">
        <p14:creationId xmlns:p14="http://schemas.microsoft.com/office/powerpoint/2010/main" val="1210098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4F0BB-87FF-9B6D-53F3-E595F19ED93A}"/>
              </a:ext>
            </a:extLst>
          </p:cNvPr>
          <p:cNvSpPr>
            <a:spLocks noGrp="1"/>
          </p:cNvSpPr>
          <p:nvPr>
            <p:ph type="title"/>
          </p:nvPr>
        </p:nvSpPr>
        <p:spPr/>
        <p:txBody>
          <a:bodyPr/>
          <a:lstStyle/>
          <a:p>
            <a:r>
              <a:rPr lang="en-US" dirty="0"/>
              <a:t>Solution: Theory</a:t>
            </a:r>
          </a:p>
        </p:txBody>
      </p:sp>
      <p:sp>
        <p:nvSpPr>
          <p:cNvPr id="3" name="Slide Number Placeholder 2">
            <a:extLst>
              <a:ext uri="{FF2B5EF4-FFF2-40B4-BE49-F238E27FC236}">
                <a16:creationId xmlns:a16="http://schemas.microsoft.com/office/drawing/2014/main" id="{5667BA93-A862-45C3-A495-561CCC29A929}"/>
              </a:ext>
            </a:extLst>
          </p:cNvPr>
          <p:cNvSpPr>
            <a:spLocks noGrp="1"/>
          </p:cNvSpPr>
          <p:nvPr>
            <p:ph type="sldNum" sz="quarter" idx="10"/>
          </p:nvPr>
        </p:nvSpPr>
        <p:spPr/>
        <p:txBody>
          <a:bodyPr/>
          <a:lstStyle/>
          <a:p>
            <a:fld id="{67B19427-F580-D146-B60E-4CADEE75497F}" type="slidenum">
              <a:rPr lang="en-US" smtClean="0"/>
              <a:pPr/>
              <a:t>16</a:t>
            </a:fld>
            <a:endParaRPr lang="en-US" dirty="0"/>
          </a:p>
        </p:txBody>
      </p:sp>
      <p:sp>
        <p:nvSpPr>
          <p:cNvPr id="4" name="Footer Placeholder 3">
            <a:extLst>
              <a:ext uri="{FF2B5EF4-FFF2-40B4-BE49-F238E27FC236}">
                <a16:creationId xmlns:a16="http://schemas.microsoft.com/office/drawing/2014/main" id="{FB580A46-5A62-6A45-B06E-C56089EDF4C0}"/>
              </a:ext>
            </a:extLst>
          </p:cNvPr>
          <p:cNvSpPr>
            <a:spLocks noGrp="1"/>
          </p:cNvSpPr>
          <p:nvPr>
            <p:ph type="ftr" sz="quarter" idx="11"/>
          </p:nvPr>
        </p:nvSpPr>
        <p:spPr/>
        <p:txBody>
          <a:bodyPr/>
          <a:lstStyle/>
          <a:p>
            <a:r>
              <a:rPr lang="en-US"/>
              <a:t>Copyright ©2020 John Wiley &amp; Sons, Inc. </a:t>
            </a:r>
            <a:endParaRPr lang="en-US" dirty="0"/>
          </a:p>
        </p:txBody>
      </p:sp>
      <p:sp>
        <p:nvSpPr>
          <p:cNvPr id="5" name="Content Placeholder 4">
            <a:extLst>
              <a:ext uri="{FF2B5EF4-FFF2-40B4-BE49-F238E27FC236}">
                <a16:creationId xmlns:a16="http://schemas.microsoft.com/office/drawing/2014/main" id="{EF572320-F0BF-A38F-53C8-364193BB4CAF}"/>
              </a:ext>
            </a:extLst>
          </p:cNvPr>
          <p:cNvSpPr>
            <a:spLocks noGrp="1"/>
          </p:cNvSpPr>
          <p:nvPr>
            <p:ph sz="quarter" idx="12"/>
          </p:nvPr>
        </p:nvSpPr>
        <p:spPr/>
        <p:txBody>
          <a:bodyPr/>
          <a:lstStyle/>
          <a:p>
            <a:r>
              <a:rPr lang="en-US" dirty="0"/>
              <a:t>We will use a theory-based method to accomplish this.</a:t>
            </a:r>
          </a:p>
        </p:txBody>
      </p:sp>
    </p:spTree>
    <p:extLst>
      <p:ext uri="{BB962C8B-B14F-4D97-AF65-F5344CB8AC3E}">
        <p14:creationId xmlns:p14="http://schemas.microsoft.com/office/powerpoint/2010/main" val="1174549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30"/>
          <p:cNvSpPr txBox="1">
            <a:spLocks noGrp="1"/>
          </p:cNvSpPr>
          <p:nvPr>
            <p:ph type="title"/>
          </p:nvPr>
        </p:nvSpPr>
        <p:spPr>
          <a:xfrm>
            <a:off x="1828800" y="620886"/>
            <a:ext cx="8745005" cy="838199"/>
          </a:xfrm>
          <a:prstGeom prst="rect">
            <a:avLst/>
          </a:prstGeom>
          <a:noFill/>
          <a:ln>
            <a:noFill/>
          </a:ln>
        </p:spPr>
        <p:txBody>
          <a:bodyPr spcFirstLastPara="1" vert="horz" wrap="square" lIns="91425" tIns="45700" rIns="91425" bIns="45700" rtlCol="0" anchor="t" anchorCtr="0">
            <a:normAutofit/>
          </a:bodyPr>
          <a:lstStyle/>
          <a:p>
            <a:pPr>
              <a:buClr>
                <a:srgbClr val="196E78"/>
              </a:buClr>
            </a:pPr>
            <a:r>
              <a:rPr lang="en-US">
                <a:solidFill>
                  <a:srgbClr val="196E78"/>
                </a:solidFill>
              </a:rPr>
              <a:t>Example 3.2: </a:t>
            </a:r>
            <a:r>
              <a:rPr lang="en-US"/>
              <a:t>2SD Method </a:t>
            </a:r>
            <a:r>
              <a:rPr lang="en-US" sz="2000" b="0"/>
              <a:t>(1 of 4)</a:t>
            </a:r>
            <a:endParaRPr/>
          </a:p>
        </p:txBody>
      </p:sp>
      <p:sp>
        <p:nvSpPr>
          <p:cNvPr id="606" name="Google Shape;606;p30"/>
          <p:cNvSpPr txBox="1">
            <a:spLocks noGrp="1"/>
          </p:cNvSpPr>
          <p:nvPr>
            <p:ph type="body" idx="1"/>
          </p:nvPr>
        </p:nvSpPr>
        <p:spPr>
          <a:xfrm>
            <a:off x="1828800" y="1911352"/>
            <a:ext cx="8517320" cy="1365859"/>
          </a:xfrm>
          <a:prstGeom prst="rect">
            <a:avLst/>
          </a:prstGeom>
          <a:noFill/>
          <a:ln>
            <a:noFill/>
          </a:ln>
        </p:spPr>
        <p:txBody>
          <a:bodyPr spcFirstLastPara="1" wrap="square" lIns="91425" tIns="45700" rIns="91425" bIns="45700" anchor="t" anchorCtr="0">
            <a:noAutofit/>
          </a:bodyPr>
          <a:lstStyle/>
          <a:p>
            <a:pPr marL="292608" indent="-292608">
              <a:spcBef>
                <a:spcPts val="0"/>
              </a:spcBef>
              <a:buClr>
                <a:schemeClr val="accent2"/>
              </a:buClr>
            </a:pPr>
            <a:r>
              <a:rPr lang="en-US"/>
              <a:t>When a null distribution is bell-shaped, about 95% of the statistics will fall within 2 standard deviations of the mean with the other 5% outside this region</a:t>
            </a:r>
            <a:endParaRPr/>
          </a:p>
        </p:txBody>
      </p:sp>
      <p:pic>
        <p:nvPicPr>
          <p:cNvPr id="607" name="Google Shape;607;p30" descr="A graph describes the confidence interval for a normal distribution curve. The horizontal scale labeled simulated statistics has markings from left to right, as follows: Mean minus (2 times standard deviation), Mean, and Mean plus (2 times standard deviation). The normal distribution curve starts to the left of Mean minus (2 times standard deviation), peaks at Mean, and ends to the right of Mean plus (2 times standard deviation). Two vertical lines from the following points on the horizontal axis extend up toward the curve: Mean minus (2 times standard deviation), and Mean plus (2 times standard deviation). The area under the curve between the two vertical lines is labeled 95 percent and is shaded in blue. The area to the left of the left vertical line is labeled 2.5 percent. The area to the right of the right vertical line is labeled 2.5 percent. Both these regions are shaded in red."/>
          <p:cNvPicPr preferRelativeResize="0">
            <a:picLocks noGrp="1"/>
          </p:cNvPicPr>
          <p:nvPr>
            <p:ph type="pic" idx="2"/>
          </p:nvPr>
        </p:nvPicPr>
        <p:blipFill rotWithShape="1">
          <a:blip r:embed="rId3">
            <a:alphaModFix/>
          </a:blip>
          <a:srcRect/>
          <a:stretch/>
        </p:blipFill>
        <p:spPr>
          <a:xfrm>
            <a:off x="3637360" y="3306335"/>
            <a:ext cx="4566676" cy="289791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32"/>
          <p:cNvSpPr txBox="1">
            <a:spLocks noGrp="1"/>
          </p:cNvSpPr>
          <p:nvPr>
            <p:ph type="title"/>
          </p:nvPr>
        </p:nvSpPr>
        <p:spPr>
          <a:xfrm>
            <a:off x="1828800" y="620886"/>
            <a:ext cx="8745005" cy="838199"/>
          </a:xfrm>
          <a:prstGeom prst="rect">
            <a:avLst/>
          </a:prstGeom>
          <a:noFill/>
          <a:ln>
            <a:noFill/>
          </a:ln>
        </p:spPr>
        <p:txBody>
          <a:bodyPr spcFirstLastPara="1" vert="horz" wrap="square" lIns="91425" tIns="45700" rIns="91425" bIns="45700" rtlCol="0" anchor="t" anchorCtr="0">
            <a:normAutofit fontScale="90000"/>
          </a:bodyPr>
          <a:lstStyle/>
          <a:p>
            <a:pPr>
              <a:buClr>
                <a:srgbClr val="196E78"/>
              </a:buClr>
              <a:buSzPct val="100000"/>
            </a:pPr>
            <a:r>
              <a:rPr lang="en-US">
                <a:solidFill>
                  <a:srgbClr val="196E78"/>
                </a:solidFill>
              </a:rPr>
              <a:t>Example 3.2: </a:t>
            </a:r>
            <a:r>
              <a:rPr lang="en-US"/>
              <a:t>Where Do We Get the SD?</a:t>
            </a:r>
            <a:endParaRPr/>
          </a:p>
        </p:txBody>
      </p:sp>
      <p:sp>
        <p:nvSpPr>
          <p:cNvPr id="620" name="Google Shape;620;p32"/>
          <p:cNvSpPr txBox="1">
            <a:spLocks noGrp="1"/>
          </p:cNvSpPr>
          <p:nvPr>
            <p:ph type="body" idx="1"/>
          </p:nvPr>
        </p:nvSpPr>
        <p:spPr>
          <a:xfrm>
            <a:off x="1828800" y="1911352"/>
            <a:ext cx="8517320" cy="910489"/>
          </a:xfrm>
          <a:prstGeom prst="rect">
            <a:avLst/>
          </a:prstGeom>
          <a:noFill/>
          <a:ln>
            <a:noFill/>
          </a:ln>
        </p:spPr>
        <p:txBody>
          <a:bodyPr spcFirstLastPara="1" wrap="square" lIns="91425" tIns="45700" rIns="91425" bIns="45700" anchor="t" anchorCtr="0">
            <a:noAutofit/>
          </a:bodyPr>
          <a:lstStyle/>
          <a:p>
            <a:pPr marL="292608" indent="-292608">
              <a:spcBef>
                <a:spcPts val="0"/>
              </a:spcBef>
              <a:buClr>
                <a:schemeClr val="accent2"/>
              </a:buClr>
            </a:pPr>
            <a:r>
              <a:rPr lang="en-US" dirty="0"/>
              <a:t>A null distribution for a poll about cyberbullying with </a:t>
            </a:r>
            <a:r>
              <a:rPr lang="en-US" i="1" dirty="0"/>
              <a:t>n</a:t>
            </a:r>
            <a:r>
              <a:rPr lang="en-US" dirty="0"/>
              <a:t> = 743 and </a:t>
            </a:r>
            <a:r>
              <a:rPr lang="en-US" i="1" dirty="0"/>
              <a:t>π</a:t>
            </a:r>
            <a:r>
              <a:rPr lang="en-US" dirty="0"/>
              <a:t> = 0.50 gives a SD of 0.018.</a:t>
            </a:r>
            <a:endParaRPr dirty="0"/>
          </a:p>
        </p:txBody>
      </p:sp>
      <p:pic>
        <p:nvPicPr>
          <p:cNvPr id="621" name="Google Shape;621;p32" descr="A histogram plots proportion of heads on the horizontal axis which ranges from 0.44 to 0.57 in increments of 0.01. The vertical axis ranges from 0 to 90 in increments of 30. The distribution of densely plotted bars with varying heights is approximately normal and it starts from 0.44 with count 1 and ends at 0.57 with count 1. The longest bar is at 0.50 on the horizontal axis and it extends up to the count 96. The mean is 0.500 and the standard deviation is 0.018. All values are approximate."/>
          <p:cNvPicPr preferRelativeResize="0">
            <a:picLocks noGrp="1"/>
          </p:cNvPicPr>
          <p:nvPr>
            <p:ph type="pic" idx="2"/>
          </p:nvPr>
        </p:nvPicPr>
        <p:blipFill rotWithShape="1">
          <a:blip r:embed="rId3">
            <a:alphaModFix/>
          </a:blip>
          <a:srcRect/>
          <a:stretch/>
        </p:blipFill>
        <p:spPr>
          <a:xfrm>
            <a:off x="3660911" y="2894592"/>
            <a:ext cx="4811655" cy="325703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31"/>
          <p:cNvSpPr txBox="1">
            <a:spLocks noGrp="1"/>
          </p:cNvSpPr>
          <p:nvPr>
            <p:ph type="title"/>
          </p:nvPr>
        </p:nvSpPr>
        <p:spPr>
          <a:xfrm>
            <a:off x="1828800" y="617532"/>
            <a:ext cx="8534400" cy="838199"/>
          </a:xfrm>
          <a:prstGeom prst="rect">
            <a:avLst/>
          </a:prstGeom>
          <a:noFill/>
          <a:ln>
            <a:noFill/>
          </a:ln>
        </p:spPr>
        <p:txBody>
          <a:bodyPr spcFirstLastPara="1" vert="horz" wrap="square" lIns="91425" tIns="45700" rIns="91425" bIns="45700" rtlCol="0" anchor="t" anchorCtr="0">
            <a:normAutofit/>
          </a:bodyPr>
          <a:lstStyle/>
          <a:p>
            <a:pPr>
              <a:buClr>
                <a:srgbClr val="196E78"/>
              </a:buClr>
            </a:pPr>
            <a:r>
              <a:rPr lang="en-US">
                <a:solidFill>
                  <a:srgbClr val="196E78"/>
                </a:solidFill>
              </a:rPr>
              <a:t>Example 3.2: </a:t>
            </a:r>
            <a:r>
              <a:rPr lang="en-US"/>
              <a:t>2SD Method </a:t>
            </a:r>
            <a:r>
              <a:rPr lang="en-US" sz="2000" b="0"/>
              <a:t>(2 of 4)</a:t>
            </a:r>
            <a:endParaRPr/>
          </a:p>
        </p:txBody>
      </p:sp>
      <p:sp>
        <p:nvSpPr>
          <p:cNvPr id="613" name="Google Shape;613;p31"/>
          <p:cNvSpPr txBox="1">
            <a:spLocks noGrp="1"/>
          </p:cNvSpPr>
          <p:nvPr>
            <p:ph type="body" idx="1"/>
          </p:nvPr>
        </p:nvSpPr>
        <p:spPr>
          <a:xfrm>
            <a:off x="1828800" y="1752600"/>
            <a:ext cx="8517320" cy="2131770"/>
          </a:xfrm>
          <a:prstGeom prst="rect">
            <a:avLst/>
          </a:prstGeom>
          <a:noFill/>
          <a:ln>
            <a:noFill/>
          </a:ln>
        </p:spPr>
        <p:txBody>
          <a:bodyPr spcFirstLastPara="1" wrap="square" lIns="91425" tIns="45700" rIns="91425" bIns="45700" anchor="t" anchorCtr="0">
            <a:noAutofit/>
          </a:bodyPr>
          <a:lstStyle/>
          <a:p>
            <a:pPr marL="292608" indent="-292608">
              <a:lnSpc>
                <a:spcPct val="100000"/>
              </a:lnSpc>
              <a:spcBef>
                <a:spcPts val="0"/>
              </a:spcBef>
              <a:buClr>
                <a:schemeClr val="accent2"/>
              </a:buClr>
              <a:buSzPts val="2600"/>
              <a:buFont typeface="Arial"/>
              <a:buChar char="•"/>
            </a:pPr>
            <a:r>
              <a:rPr lang="en-US" sz="2600"/>
              <a:t>So we could say that a parameter value is plausible if it is within 2 standard deviations (SD) from our best estimate of the parameter, our observed sample statistic.</a:t>
            </a:r>
            <a:endParaRPr/>
          </a:p>
          <a:p>
            <a:pPr marL="292608" indent="-292608">
              <a:lnSpc>
                <a:spcPct val="100000"/>
              </a:lnSpc>
              <a:buClr>
                <a:schemeClr val="accent2"/>
              </a:buClr>
              <a:buSzPts val="2600"/>
              <a:buFont typeface="Arial"/>
              <a:buChar char="•"/>
            </a:pPr>
            <a:r>
              <a:rPr lang="en-US" sz="2600"/>
              <a:t>This gives us the simple formula for a 95% confidence interval of</a:t>
            </a:r>
            <a:endParaRPr/>
          </a:p>
        </p:txBody>
      </p:sp>
      <p:pic>
        <p:nvPicPr>
          <p:cNvPr id="614" name="Google Shape;614;p31" descr="p hat plus minus 2sd"/>
          <p:cNvPicPr preferRelativeResize="0"/>
          <p:nvPr/>
        </p:nvPicPr>
        <p:blipFill rotWithShape="1">
          <a:blip r:embed="rId3">
            <a:alphaModFix/>
          </a:blip>
          <a:srcRect/>
          <a:stretch/>
        </p:blipFill>
        <p:spPr>
          <a:xfrm>
            <a:off x="5461000" y="4181240"/>
            <a:ext cx="1270000" cy="419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33"/>
          <p:cNvSpPr txBox="1">
            <a:spLocks noGrp="1"/>
          </p:cNvSpPr>
          <p:nvPr>
            <p:ph type="title"/>
          </p:nvPr>
        </p:nvSpPr>
        <p:spPr>
          <a:xfrm>
            <a:off x="1828800" y="617532"/>
            <a:ext cx="8534400" cy="838199"/>
          </a:xfrm>
          <a:prstGeom prst="rect">
            <a:avLst/>
          </a:prstGeom>
          <a:noFill/>
          <a:ln>
            <a:noFill/>
          </a:ln>
        </p:spPr>
        <p:txBody>
          <a:bodyPr spcFirstLastPara="1" vert="horz" wrap="square" lIns="91425" tIns="45700" rIns="91425" bIns="45700" rtlCol="0" anchor="t" anchorCtr="0">
            <a:normAutofit/>
          </a:bodyPr>
          <a:lstStyle/>
          <a:p>
            <a:pPr>
              <a:buClr>
                <a:srgbClr val="196E78"/>
              </a:buClr>
            </a:pPr>
            <a:r>
              <a:rPr lang="en-US">
                <a:solidFill>
                  <a:srgbClr val="196E78"/>
                </a:solidFill>
              </a:rPr>
              <a:t>Example 3.2: </a:t>
            </a:r>
            <a:r>
              <a:rPr lang="en-US"/>
              <a:t>2SD Method </a:t>
            </a:r>
            <a:r>
              <a:rPr lang="en-US" sz="2000" b="0"/>
              <a:t>(3 of 4)</a:t>
            </a:r>
            <a:endParaRPr/>
          </a:p>
        </p:txBody>
      </p:sp>
      <p:sp>
        <p:nvSpPr>
          <p:cNvPr id="627" name="Google Shape;627;p33"/>
          <p:cNvSpPr txBox="1">
            <a:spLocks noGrp="1"/>
          </p:cNvSpPr>
          <p:nvPr>
            <p:ph type="body" idx="1"/>
          </p:nvPr>
        </p:nvSpPr>
        <p:spPr>
          <a:xfrm>
            <a:off x="1828800" y="1752600"/>
            <a:ext cx="8441425" cy="1752295"/>
          </a:xfrm>
          <a:prstGeom prst="rect">
            <a:avLst/>
          </a:prstGeom>
          <a:noFill/>
          <a:ln>
            <a:noFill/>
          </a:ln>
        </p:spPr>
        <p:txBody>
          <a:bodyPr spcFirstLastPara="1" wrap="square" lIns="91425" tIns="45700" rIns="91425" bIns="45700" anchor="t" anchorCtr="0">
            <a:noAutofit/>
          </a:bodyPr>
          <a:lstStyle/>
          <a:p>
            <a:pPr marL="292608" indent="-292608">
              <a:spcBef>
                <a:spcPts val="0"/>
              </a:spcBef>
              <a:buClr>
                <a:schemeClr val="accent2"/>
              </a:buClr>
              <a:buSzPts val="2600"/>
              <a:buFont typeface="Arial"/>
              <a:buChar char="•"/>
            </a:pPr>
            <a:r>
              <a:rPr lang="en-US" sz="2600" dirty="0"/>
              <a:t>If our observed statistic is 0.59,</a:t>
            </a:r>
          </a:p>
          <a:p>
            <a:pPr marL="292608" indent="-292608">
              <a:spcBef>
                <a:spcPts val="0"/>
              </a:spcBef>
              <a:buClr>
                <a:schemeClr val="accent2"/>
              </a:buClr>
              <a:buSzPts val="2600"/>
              <a:buFont typeface="Arial"/>
              <a:buChar char="•"/>
            </a:pPr>
            <a:r>
              <a:rPr lang="en-US" sz="2600" dirty="0"/>
              <a:t>Using the 2SD method to create an approximate 95% confidence interval we get: </a:t>
            </a:r>
            <a:endParaRPr dirty="0"/>
          </a:p>
          <a:p>
            <a:pPr marL="0" indent="2805113">
              <a:spcBef>
                <a:spcPts val="1824"/>
              </a:spcBef>
              <a:buClr>
                <a:schemeClr val="accent2"/>
              </a:buClr>
              <a:buSzPts val="2600"/>
            </a:pPr>
            <a:r>
              <a:rPr lang="en-US" sz="2600" dirty="0"/>
              <a:t>0.59 ± 2(0.018) </a:t>
            </a:r>
            <a:endParaRPr dirty="0"/>
          </a:p>
          <a:p>
            <a:pPr marL="0" indent="2974975">
              <a:spcBef>
                <a:spcPts val="624"/>
              </a:spcBef>
              <a:buClr>
                <a:schemeClr val="accent2"/>
              </a:buClr>
              <a:buSzPts val="2600"/>
            </a:pPr>
            <a:r>
              <a:rPr lang="en-US" sz="2600" dirty="0"/>
              <a:t>0.59 ± 0.036</a:t>
            </a:r>
            <a:endParaRPr sz="2400" dirty="0"/>
          </a:p>
        </p:txBody>
      </p:sp>
      <p:sp>
        <p:nvSpPr>
          <p:cNvPr id="628" name="Google Shape;628;p33"/>
          <p:cNvSpPr txBox="1">
            <a:spLocks noGrp="1"/>
          </p:cNvSpPr>
          <p:nvPr>
            <p:ph type="body" idx="4"/>
          </p:nvPr>
        </p:nvSpPr>
        <p:spPr>
          <a:xfrm>
            <a:off x="1845880" y="3656684"/>
            <a:ext cx="8348450" cy="2200956"/>
          </a:xfrm>
          <a:prstGeom prst="rect">
            <a:avLst/>
          </a:prstGeom>
          <a:noFill/>
          <a:ln>
            <a:noFill/>
          </a:ln>
        </p:spPr>
        <p:txBody>
          <a:bodyPr spcFirstLastPara="1" wrap="square" lIns="91425" tIns="45700" rIns="91425" bIns="45700" anchor="t" anchorCtr="0">
            <a:noAutofit/>
          </a:bodyPr>
          <a:lstStyle/>
          <a:p>
            <a:pPr marL="292608" indent="-292608">
              <a:spcBef>
                <a:spcPts val="0"/>
              </a:spcBef>
              <a:buClr>
                <a:schemeClr val="accent2"/>
              </a:buClr>
              <a:buSzPts val="2400"/>
              <a:buFont typeface="Arial"/>
              <a:buChar char="•"/>
            </a:pPr>
            <a:endParaRPr lang="en-US" sz="2400" dirty="0"/>
          </a:p>
          <a:p>
            <a:pPr marL="292608" indent="-292608">
              <a:spcBef>
                <a:spcPts val="0"/>
              </a:spcBef>
              <a:buClr>
                <a:schemeClr val="accent2"/>
              </a:buClr>
              <a:buSzPts val="2400"/>
              <a:buFont typeface="Arial"/>
              <a:buChar char="•"/>
            </a:pPr>
            <a:r>
              <a:rPr lang="en-US" sz="2400" dirty="0"/>
              <a:t>The 0.036 in the above is called a </a:t>
            </a:r>
            <a:r>
              <a:rPr lang="en-US" sz="2400" b="1" dirty="0"/>
              <a:t>margin of error</a:t>
            </a:r>
            <a:r>
              <a:rPr lang="en-US" sz="2400" dirty="0"/>
              <a:t>.</a:t>
            </a:r>
            <a:endParaRPr dirty="0"/>
          </a:p>
          <a:p>
            <a:pPr marL="292608" indent="-292608">
              <a:buClr>
                <a:schemeClr val="accent2"/>
              </a:buClr>
              <a:buSzPts val="2400"/>
              <a:buFont typeface="Arial"/>
              <a:buChar char="•"/>
            </a:pPr>
            <a:r>
              <a:rPr lang="en-US" sz="2400" dirty="0"/>
              <a:t>The interval can also be written as we did before using just the endpoints; (0.554, 0.626)</a:t>
            </a:r>
            <a:endParaRPr dirty="0"/>
          </a:p>
          <a:p>
            <a:pPr marL="292608" indent="-292608">
              <a:buClr>
                <a:schemeClr val="accent2"/>
              </a:buClr>
              <a:buSzPts val="2400"/>
              <a:buFont typeface="Arial"/>
              <a:buChar char="•"/>
            </a:pPr>
            <a:r>
              <a:rPr lang="en-US" sz="2400" dirty="0"/>
              <a:t>This is approximately what we got with our range of plausible values method (a bit wider).</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34"/>
          <p:cNvSpPr txBox="1">
            <a:spLocks noGrp="1"/>
          </p:cNvSpPr>
          <p:nvPr>
            <p:ph type="title"/>
          </p:nvPr>
        </p:nvSpPr>
        <p:spPr>
          <a:xfrm>
            <a:off x="1828800" y="620886"/>
            <a:ext cx="8534400" cy="838199"/>
          </a:xfrm>
          <a:prstGeom prst="rect">
            <a:avLst/>
          </a:prstGeom>
          <a:noFill/>
          <a:ln>
            <a:noFill/>
          </a:ln>
        </p:spPr>
        <p:txBody>
          <a:bodyPr spcFirstLastPara="1" vert="horz" wrap="square" lIns="91425" tIns="45700" rIns="91425" bIns="45700" rtlCol="0" anchor="t" anchorCtr="0">
            <a:normAutofit/>
          </a:bodyPr>
          <a:lstStyle/>
          <a:p>
            <a:pPr>
              <a:buClr>
                <a:srgbClr val="196E78"/>
              </a:buClr>
            </a:pPr>
            <a:r>
              <a:rPr lang="en-US">
                <a:solidFill>
                  <a:srgbClr val="196E78"/>
                </a:solidFill>
              </a:rPr>
              <a:t>Example 3.2: </a:t>
            </a:r>
            <a:r>
              <a:rPr lang="en-US"/>
              <a:t>2SD Method </a:t>
            </a:r>
            <a:r>
              <a:rPr lang="en-US" sz="2000" b="0"/>
              <a:t>(4 of 4)</a:t>
            </a:r>
            <a:endParaRPr/>
          </a:p>
        </p:txBody>
      </p:sp>
      <p:sp>
        <p:nvSpPr>
          <p:cNvPr id="634" name="Google Shape;634;p34"/>
          <p:cNvSpPr txBox="1">
            <a:spLocks noGrp="1"/>
          </p:cNvSpPr>
          <p:nvPr>
            <p:ph type="body" idx="1"/>
          </p:nvPr>
        </p:nvSpPr>
        <p:spPr>
          <a:xfrm>
            <a:off x="1828800" y="1911351"/>
            <a:ext cx="8534400" cy="3946525"/>
          </a:xfrm>
          <a:prstGeom prst="rect">
            <a:avLst/>
          </a:prstGeom>
          <a:noFill/>
          <a:ln>
            <a:noFill/>
          </a:ln>
        </p:spPr>
        <p:txBody>
          <a:bodyPr spcFirstLastPara="1" wrap="square" lIns="91425" tIns="45700" rIns="91425" bIns="45700" anchor="t" anchorCtr="0">
            <a:noAutofit/>
          </a:bodyPr>
          <a:lstStyle/>
          <a:p>
            <a:pPr marL="292608" indent="-292608">
              <a:spcBef>
                <a:spcPts val="0"/>
              </a:spcBef>
              <a:buClr>
                <a:schemeClr val="accent2"/>
              </a:buClr>
            </a:pPr>
            <a:r>
              <a:rPr lang="en-US"/>
              <a:t>We used and </a:t>
            </a:r>
            <a:r>
              <a:rPr lang="en-US" i="1"/>
              <a:t>π</a:t>
            </a:r>
            <a:r>
              <a:rPr lang="en-US"/>
              <a:t> = 0.50  and </a:t>
            </a:r>
            <a:r>
              <a:rPr lang="en-US" i="1"/>
              <a:t>n</a:t>
            </a:r>
            <a:r>
              <a:rPr lang="en-US"/>
              <a:t> = 743 to develop the null distribution we used to get the standard deviation needed for our 2SD method.</a:t>
            </a:r>
            <a:endParaRPr/>
          </a:p>
          <a:p>
            <a:pPr marL="292608" indent="-292608">
              <a:buClr>
                <a:schemeClr val="accent2"/>
              </a:buClr>
            </a:pPr>
            <a:r>
              <a:rPr lang="en-US"/>
              <a:t>While the sample size of 743 came from the survey, the parameter of 0.50 did not.</a:t>
            </a:r>
            <a:endParaRPr/>
          </a:p>
          <a:p>
            <a:pPr marL="292608" indent="-292608">
              <a:buClr>
                <a:schemeClr val="accent2"/>
              </a:buClr>
            </a:pPr>
            <a:r>
              <a:rPr lang="en-US"/>
              <a:t>We used 0.50 because using that gives us the largest possible standard deviation and largest possible margin of error.</a:t>
            </a:r>
            <a:endParaRPr/>
          </a:p>
          <a:p>
            <a:pPr marL="292608" indent="-292608">
              <a:buClr>
                <a:schemeClr val="accent2"/>
              </a:buClr>
            </a:pPr>
            <a:r>
              <a:rPr lang="en-US"/>
              <a:t>This means we are at least 95% confident that our interval contains the population parameter.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35"/>
          <p:cNvSpPr txBox="1">
            <a:spLocks noGrp="1"/>
          </p:cNvSpPr>
          <p:nvPr>
            <p:ph type="title"/>
          </p:nvPr>
        </p:nvSpPr>
        <p:spPr>
          <a:xfrm>
            <a:off x="1828800" y="762002"/>
            <a:ext cx="8534400" cy="838199"/>
          </a:xfrm>
          <a:prstGeom prst="rect">
            <a:avLst/>
          </a:prstGeom>
          <a:noFill/>
          <a:ln>
            <a:noFill/>
          </a:ln>
        </p:spPr>
        <p:txBody>
          <a:bodyPr spcFirstLastPara="1" vert="horz" wrap="square" lIns="91425" tIns="45700" rIns="91425" bIns="45700" rtlCol="0" anchor="t" anchorCtr="0">
            <a:normAutofit fontScale="90000"/>
          </a:bodyPr>
          <a:lstStyle/>
          <a:p>
            <a:pPr>
              <a:buClr>
                <a:srgbClr val="196E78"/>
              </a:buClr>
              <a:buSzPct val="100000"/>
            </a:pPr>
            <a:r>
              <a:rPr lang="en-US">
                <a:solidFill>
                  <a:srgbClr val="196E78"/>
                </a:solidFill>
              </a:rPr>
              <a:t>Example 3.2: </a:t>
            </a:r>
            <a:r>
              <a:rPr lang="en-US"/>
              <a:t>Theory-Based Methods </a:t>
            </a:r>
            <a:r>
              <a:rPr lang="en-US" sz="2000" b="0"/>
              <a:t>(1 of 2)</a:t>
            </a:r>
            <a:endParaRPr/>
          </a:p>
        </p:txBody>
      </p:sp>
      <p:sp>
        <p:nvSpPr>
          <p:cNvPr id="640" name="Google Shape;640;p35"/>
          <p:cNvSpPr txBox="1">
            <a:spLocks noGrp="1"/>
          </p:cNvSpPr>
          <p:nvPr>
            <p:ph type="body" idx="1"/>
          </p:nvPr>
        </p:nvSpPr>
        <p:spPr>
          <a:xfrm>
            <a:off x="1828801" y="1752600"/>
            <a:ext cx="8441425" cy="4256830"/>
          </a:xfrm>
          <a:prstGeom prst="rect">
            <a:avLst/>
          </a:prstGeom>
          <a:noFill/>
          <a:ln>
            <a:noFill/>
          </a:ln>
        </p:spPr>
        <p:txBody>
          <a:bodyPr spcFirstLastPara="1" wrap="square" lIns="91425" tIns="45700" rIns="91425" bIns="45700" anchor="t" anchorCtr="0">
            <a:noAutofit/>
          </a:bodyPr>
          <a:lstStyle/>
          <a:p>
            <a:pPr marL="292608" indent="-292608">
              <a:spcBef>
                <a:spcPts val="0"/>
              </a:spcBef>
              <a:buClr>
                <a:schemeClr val="accent2"/>
              </a:buClr>
              <a:buSzPts val="2600"/>
              <a:buFont typeface="Arial"/>
              <a:buChar char="•"/>
            </a:pPr>
            <a:r>
              <a:rPr lang="en-US" sz="2600"/>
              <a:t>The 2SD method only gives us an approximate 95% confidence interval</a:t>
            </a:r>
            <a:endParaRPr/>
          </a:p>
          <a:p>
            <a:pPr marL="292608" indent="-292608">
              <a:buClr>
                <a:schemeClr val="accent2"/>
              </a:buClr>
              <a:buSzPts val="2600"/>
              <a:buFont typeface="Arial"/>
              <a:buChar char="•"/>
            </a:pPr>
            <a:r>
              <a:rPr lang="en-US" sz="2600"/>
              <a:t>If we want a different level of confidence, we can use the range of plausible values (hard) or theory-based methods (easy).</a:t>
            </a:r>
            <a:endParaRPr/>
          </a:p>
          <a:p>
            <a:pPr marL="292608" indent="-292608">
              <a:buClr>
                <a:schemeClr val="accent2"/>
              </a:buClr>
              <a:buSzPts val="2600"/>
              <a:buFont typeface="Arial"/>
              <a:buChar char="•"/>
            </a:pPr>
            <a:r>
              <a:rPr lang="en-US" sz="2600"/>
              <a:t>In Chapter 1, we saw that the SD of</a:t>
            </a:r>
            <a:endParaRPr sz="2400" i="1">
              <a:solidFill>
                <a:srgbClr val="000000"/>
              </a:solidFill>
              <a:latin typeface="Cambria Math"/>
              <a:ea typeface="Cambria Math"/>
              <a:cs typeface="Cambria Math"/>
              <a:sym typeface="Cambria Math"/>
            </a:endParaRPr>
          </a:p>
        </p:txBody>
      </p:sp>
      <p:pic>
        <p:nvPicPr>
          <p:cNvPr id="641" name="Google Shape;641;p35" descr="p hat"/>
          <p:cNvPicPr preferRelativeResize="0"/>
          <p:nvPr/>
        </p:nvPicPr>
        <p:blipFill rotWithShape="1">
          <a:blip r:embed="rId3">
            <a:alphaModFix/>
          </a:blip>
          <a:srcRect/>
          <a:stretch/>
        </p:blipFill>
        <p:spPr>
          <a:xfrm>
            <a:off x="7006740" y="3792977"/>
            <a:ext cx="254000" cy="381000"/>
          </a:xfrm>
          <a:prstGeom prst="rect">
            <a:avLst/>
          </a:prstGeom>
          <a:noFill/>
          <a:ln>
            <a:noFill/>
          </a:ln>
        </p:spPr>
      </p:pic>
      <p:sp>
        <p:nvSpPr>
          <p:cNvPr id="642" name="Google Shape;642;p35"/>
          <p:cNvSpPr txBox="1">
            <a:spLocks noGrp="1"/>
          </p:cNvSpPr>
          <p:nvPr>
            <p:ph type="body" idx="2"/>
          </p:nvPr>
        </p:nvSpPr>
        <p:spPr>
          <a:xfrm>
            <a:off x="7261176" y="3773978"/>
            <a:ext cx="789690" cy="413973"/>
          </a:xfrm>
          <a:prstGeom prst="rect">
            <a:avLst/>
          </a:prstGeom>
          <a:noFill/>
          <a:ln>
            <a:noFill/>
          </a:ln>
        </p:spPr>
        <p:txBody>
          <a:bodyPr spcFirstLastPara="1" wrap="square" lIns="91425" tIns="45700" rIns="91425" bIns="45700" anchor="t" anchorCtr="0">
            <a:noAutofit/>
          </a:bodyPr>
          <a:lstStyle/>
          <a:p>
            <a:pPr marL="0" indent="0">
              <a:spcBef>
                <a:spcPts val="0"/>
              </a:spcBef>
              <a:buSzPts val="2600"/>
            </a:pPr>
            <a:r>
              <a:rPr lang="en-US" sz="2600"/>
              <a:t>was:</a:t>
            </a:r>
            <a:endParaRPr/>
          </a:p>
        </p:txBody>
      </p:sp>
      <p:pic>
        <p:nvPicPr>
          <p:cNvPr id="643" name="Google Shape;643;p35" descr="Square root of start frac pi left parenthesis one minus pi right parenthesis over n end frac"/>
          <p:cNvPicPr preferRelativeResize="0"/>
          <p:nvPr/>
        </p:nvPicPr>
        <p:blipFill rotWithShape="1">
          <a:blip r:embed="rId4">
            <a:alphaModFix/>
          </a:blip>
          <a:srcRect/>
          <a:stretch/>
        </p:blipFill>
        <p:spPr>
          <a:xfrm>
            <a:off x="5249412" y="4719215"/>
            <a:ext cx="1600200" cy="1016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36"/>
          <p:cNvSpPr txBox="1">
            <a:spLocks noGrp="1"/>
          </p:cNvSpPr>
          <p:nvPr>
            <p:ph type="title"/>
          </p:nvPr>
        </p:nvSpPr>
        <p:spPr>
          <a:xfrm>
            <a:off x="1828800" y="617532"/>
            <a:ext cx="8534400" cy="838199"/>
          </a:xfrm>
          <a:prstGeom prst="rect">
            <a:avLst/>
          </a:prstGeom>
          <a:noFill/>
          <a:ln>
            <a:noFill/>
          </a:ln>
        </p:spPr>
        <p:txBody>
          <a:bodyPr spcFirstLastPara="1" vert="horz" wrap="square" lIns="91425" tIns="45700" rIns="91425" bIns="45700" rtlCol="0" anchor="t" anchorCtr="0">
            <a:normAutofit fontScale="90000"/>
          </a:bodyPr>
          <a:lstStyle/>
          <a:p>
            <a:pPr>
              <a:buClr>
                <a:srgbClr val="196E78"/>
              </a:buClr>
              <a:buSzPct val="100000"/>
            </a:pPr>
            <a:r>
              <a:rPr lang="en-US">
                <a:solidFill>
                  <a:srgbClr val="196E78"/>
                </a:solidFill>
              </a:rPr>
              <a:t>Example 3.2: </a:t>
            </a:r>
            <a:r>
              <a:rPr lang="en-US"/>
              <a:t>Theory-Based Methods </a:t>
            </a:r>
            <a:r>
              <a:rPr lang="en-US" sz="2000" b="0"/>
              <a:t>(2 of 2)</a:t>
            </a:r>
            <a:endParaRPr/>
          </a:p>
        </p:txBody>
      </p:sp>
      <p:sp>
        <p:nvSpPr>
          <p:cNvPr id="649" name="Google Shape;649;p36"/>
          <p:cNvSpPr txBox="1">
            <a:spLocks noGrp="1"/>
          </p:cNvSpPr>
          <p:nvPr>
            <p:ph type="body" idx="1"/>
          </p:nvPr>
        </p:nvSpPr>
        <p:spPr>
          <a:xfrm>
            <a:off x="1828800" y="1752601"/>
            <a:ext cx="8517320" cy="1448715"/>
          </a:xfrm>
          <a:prstGeom prst="rect">
            <a:avLst/>
          </a:prstGeom>
          <a:noFill/>
          <a:ln>
            <a:noFill/>
          </a:ln>
        </p:spPr>
        <p:txBody>
          <a:bodyPr spcFirstLastPara="1" wrap="square" lIns="91425" tIns="45700" rIns="91425" bIns="45700" anchor="t" anchorCtr="0">
            <a:noAutofit/>
          </a:bodyPr>
          <a:lstStyle/>
          <a:p>
            <a:pPr marL="292608" indent="-292608">
              <a:spcBef>
                <a:spcPts val="0"/>
              </a:spcBef>
              <a:buClr>
                <a:schemeClr val="accent2"/>
              </a:buClr>
              <a:buSzPts val="2600"/>
              <a:buFont typeface="Arial"/>
              <a:buChar char="•"/>
            </a:pPr>
            <a:r>
              <a:rPr lang="en-US" sz="2600"/>
              <a:t>We don’t know the value of the parameter, π, so we substitute </a:t>
            </a:r>
            <a:endParaRPr sz="2600"/>
          </a:p>
        </p:txBody>
      </p:sp>
      <p:pic>
        <p:nvPicPr>
          <p:cNvPr id="650" name="Google Shape;650;p36" descr="p hat"/>
          <p:cNvPicPr preferRelativeResize="0"/>
          <p:nvPr/>
        </p:nvPicPr>
        <p:blipFill rotWithShape="1">
          <a:blip r:embed="rId3">
            <a:alphaModFix/>
          </a:blip>
          <a:srcRect/>
          <a:stretch/>
        </p:blipFill>
        <p:spPr>
          <a:xfrm>
            <a:off x="3515571" y="2138786"/>
            <a:ext cx="230909" cy="356859"/>
          </a:xfrm>
          <a:prstGeom prst="rect">
            <a:avLst/>
          </a:prstGeom>
          <a:noFill/>
          <a:ln>
            <a:noFill/>
          </a:ln>
        </p:spPr>
      </p:pic>
      <p:sp>
        <p:nvSpPr>
          <p:cNvPr id="651" name="Google Shape;651;p36"/>
          <p:cNvSpPr txBox="1">
            <a:spLocks noGrp="1"/>
          </p:cNvSpPr>
          <p:nvPr>
            <p:ph type="body" idx="4"/>
          </p:nvPr>
        </p:nvSpPr>
        <p:spPr>
          <a:xfrm>
            <a:off x="1845880" y="2095255"/>
            <a:ext cx="8534400" cy="2136226"/>
          </a:xfrm>
          <a:prstGeom prst="rect">
            <a:avLst/>
          </a:prstGeom>
          <a:noFill/>
          <a:ln>
            <a:noFill/>
          </a:ln>
        </p:spPr>
        <p:txBody>
          <a:bodyPr spcFirstLastPara="1" wrap="square" lIns="91425" tIns="45700" rIns="91425" bIns="45700" anchor="t" anchorCtr="0">
            <a:noAutofit/>
          </a:bodyPr>
          <a:lstStyle/>
          <a:p>
            <a:pPr marL="0" indent="1890713">
              <a:spcBef>
                <a:spcPts val="0"/>
              </a:spcBef>
              <a:buClr>
                <a:schemeClr val="accent2"/>
              </a:buClr>
              <a:buSzPts val="2600"/>
            </a:pPr>
            <a:r>
              <a:rPr lang="en-US" sz="2600"/>
              <a:t>in its place.</a:t>
            </a:r>
            <a:endParaRPr/>
          </a:p>
          <a:p>
            <a:pPr marL="292100" indent="-292100">
              <a:buClr>
                <a:schemeClr val="accent2"/>
              </a:buClr>
              <a:buSzPts val="2600"/>
              <a:buFont typeface="Arial"/>
              <a:buChar char="•"/>
            </a:pPr>
            <a:r>
              <a:rPr lang="en-US" sz="2600"/>
              <a:t>We also might want to adjust the confidence level, so we will not always use 2 (or approximately 2) for our multiplier.</a:t>
            </a:r>
            <a:endParaRPr/>
          </a:p>
          <a:p>
            <a:pPr marL="292100" indent="-292100">
              <a:buClr>
                <a:schemeClr val="accent2"/>
              </a:buClr>
              <a:buSzPts val="2600"/>
              <a:buFont typeface="Arial"/>
              <a:buChar char="•"/>
            </a:pPr>
            <a:r>
              <a:rPr lang="en-US" sz="2600"/>
              <a:t>Therefore we can develop a formula for confidence intervals:</a:t>
            </a:r>
            <a:endParaRPr sz="2600"/>
          </a:p>
        </p:txBody>
      </p:sp>
      <p:pic>
        <p:nvPicPr>
          <p:cNvPr id="652" name="Google Shape;652;p36" descr="P hat + or minus some multiplier times square root of, p hat times, 1 minus p hat, all over n."/>
          <p:cNvPicPr preferRelativeResize="0"/>
          <p:nvPr/>
        </p:nvPicPr>
        <p:blipFill rotWithShape="1">
          <a:blip r:embed="rId4">
            <a:alphaModFix/>
          </a:blip>
          <a:srcRect/>
          <a:stretch/>
        </p:blipFill>
        <p:spPr>
          <a:xfrm>
            <a:off x="4046538" y="4719638"/>
            <a:ext cx="3924300" cy="10033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37"/>
          <p:cNvSpPr txBox="1">
            <a:spLocks noGrp="1"/>
          </p:cNvSpPr>
          <p:nvPr>
            <p:ph type="title"/>
          </p:nvPr>
        </p:nvSpPr>
        <p:spPr>
          <a:xfrm>
            <a:off x="1828800" y="620886"/>
            <a:ext cx="8534400" cy="838199"/>
          </a:xfrm>
          <a:prstGeom prst="rect">
            <a:avLst/>
          </a:prstGeom>
          <a:noFill/>
          <a:ln>
            <a:noFill/>
          </a:ln>
        </p:spPr>
        <p:txBody>
          <a:bodyPr spcFirstLastPara="1" vert="horz" wrap="square" lIns="91425" tIns="45700" rIns="91425" bIns="45700" rtlCol="0" anchor="t" anchorCtr="0">
            <a:normAutofit fontScale="90000"/>
          </a:bodyPr>
          <a:lstStyle/>
          <a:p>
            <a:pPr>
              <a:buClr>
                <a:srgbClr val="196E78"/>
              </a:buClr>
              <a:buSzPct val="100000"/>
            </a:pPr>
            <a:r>
              <a:rPr lang="en-US">
                <a:solidFill>
                  <a:srgbClr val="196E78"/>
                </a:solidFill>
              </a:rPr>
              <a:t>Example 3.2: </a:t>
            </a:r>
            <a:r>
              <a:rPr lang="en-US"/>
              <a:t>How is the multiplier found?</a:t>
            </a:r>
            <a:endParaRPr/>
          </a:p>
        </p:txBody>
      </p:sp>
      <p:sp>
        <p:nvSpPr>
          <p:cNvPr id="658" name="Google Shape;658;p37"/>
          <p:cNvSpPr txBox="1">
            <a:spLocks noGrp="1"/>
          </p:cNvSpPr>
          <p:nvPr>
            <p:ph type="body" idx="1"/>
          </p:nvPr>
        </p:nvSpPr>
        <p:spPr>
          <a:xfrm>
            <a:off x="1828800" y="1911351"/>
            <a:ext cx="8534400" cy="1821230"/>
          </a:xfrm>
          <a:prstGeom prst="rect">
            <a:avLst/>
          </a:prstGeom>
          <a:noFill/>
          <a:ln>
            <a:noFill/>
          </a:ln>
        </p:spPr>
        <p:txBody>
          <a:bodyPr spcFirstLastPara="1" wrap="square" lIns="91425" tIns="45700" rIns="91425" bIns="45700" anchor="t" anchorCtr="0">
            <a:noAutofit/>
          </a:bodyPr>
          <a:lstStyle/>
          <a:p>
            <a:pPr indent="-457200">
              <a:spcBef>
                <a:spcPts val="0"/>
              </a:spcBef>
            </a:pPr>
            <a:r>
              <a:rPr lang="en-US"/>
              <a:t>The multiplier comes from the standard normal distribution (with mean 0 and standard deviation 1). </a:t>
            </a:r>
            <a:endParaRPr/>
          </a:p>
          <a:p>
            <a:pPr indent="-457200"/>
            <a:r>
              <a:rPr lang="en-US"/>
              <a:t>Below shows corresponding multipliers for different confidence levels.</a:t>
            </a:r>
            <a:endParaRPr/>
          </a:p>
        </p:txBody>
      </p:sp>
      <p:pic>
        <p:nvPicPr>
          <p:cNvPr id="659" name="Google Shape;659;p37" descr="Three graphs describe three different confidence levels of normal distribution with varying multipliers. The horizontal scale of the first graph has markings as follows: negative 1.645, and 1.645. The multiplier is 1.645. A normal distribution curve starts to the left of negative 1.645, peaks between the two given markings, and ends to the right of 1.645. Two vertical lines from the given markings on the horizontal axis extend up toward the curve. The area under the curve between these two vertical lines is labeled 90 percent. The horizontal scale of the second graph has markings as follows: negative 1.960, and 1.960. The multiplier is 1.960. A normal distribution curve starts to the left of negative 1.960, peaks between the two given markings, and ends to the right of 1.960. Two vertical lines from the given markings on the horizontal axis extend up toward the curve. The area under the curve between these two vertical lines is labeled 95 percent. The horizontal scale of the third graph has markings as follows: negative 2.576, and 2.576. The multiplier is 2.576. A normal distribution curve starts to the left of negative 2.576, peaks between the two given markings, and ends to the right of 2.576. Two vertical lines from the given markings on the horizontal axis extend up toward the curve. The area under the curve between these two vertical lines is labeled 99 percent."/>
          <p:cNvPicPr preferRelativeResize="0">
            <a:picLocks noGrp="1"/>
          </p:cNvPicPr>
          <p:nvPr>
            <p:ph type="pic" idx="4"/>
          </p:nvPr>
        </p:nvPicPr>
        <p:blipFill rotWithShape="1">
          <a:blip r:embed="rId3">
            <a:alphaModFix/>
          </a:blip>
          <a:srcRect/>
          <a:stretch/>
        </p:blipFill>
        <p:spPr>
          <a:xfrm>
            <a:off x="1981449" y="3960265"/>
            <a:ext cx="8440567" cy="173896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41"/>
          <p:cNvSpPr txBox="1">
            <a:spLocks noGrp="1"/>
          </p:cNvSpPr>
          <p:nvPr>
            <p:ph type="title"/>
          </p:nvPr>
        </p:nvSpPr>
        <p:spPr>
          <a:xfrm>
            <a:off x="1828800" y="620886"/>
            <a:ext cx="8534400" cy="838199"/>
          </a:xfrm>
          <a:prstGeom prst="rect">
            <a:avLst/>
          </a:prstGeom>
          <a:noFill/>
          <a:ln>
            <a:noFill/>
          </a:ln>
        </p:spPr>
        <p:txBody>
          <a:bodyPr spcFirstLastPara="1" vert="horz" wrap="square" lIns="91425" tIns="45700" rIns="91425" bIns="45700" rtlCol="0" anchor="t" anchorCtr="0">
            <a:normAutofit fontScale="90000"/>
          </a:bodyPr>
          <a:lstStyle/>
          <a:p>
            <a:pPr>
              <a:buClr>
                <a:srgbClr val="196E78"/>
              </a:buClr>
              <a:buSzPct val="200000"/>
            </a:pPr>
            <a:r>
              <a:rPr lang="en-US">
                <a:solidFill>
                  <a:srgbClr val="196E78"/>
                </a:solidFill>
              </a:rPr>
              <a:t>Example 3.2: </a:t>
            </a:r>
            <a:r>
              <a:rPr lang="en-US"/>
              <a:t>Two ways to write a Confidence Interval</a:t>
            </a:r>
            <a:endParaRPr sz="2000" b="0"/>
          </a:p>
        </p:txBody>
      </p:sp>
      <p:sp>
        <p:nvSpPr>
          <p:cNvPr id="686" name="Google Shape;686;p41"/>
          <p:cNvSpPr txBox="1">
            <a:spLocks noGrp="1"/>
          </p:cNvSpPr>
          <p:nvPr>
            <p:ph type="body" idx="1"/>
          </p:nvPr>
        </p:nvSpPr>
        <p:spPr>
          <a:xfrm>
            <a:off x="1828800" y="1911351"/>
            <a:ext cx="8534400" cy="2580179"/>
          </a:xfrm>
          <a:prstGeom prst="rect">
            <a:avLst/>
          </a:prstGeom>
          <a:noFill/>
          <a:ln>
            <a:noFill/>
          </a:ln>
        </p:spPr>
        <p:txBody>
          <a:bodyPr spcFirstLastPara="1" wrap="square" lIns="91425" tIns="45700" rIns="91425" bIns="45700" anchor="t" anchorCtr="0">
            <a:noAutofit/>
          </a:bodyPr>
          <a:lstStyle/>
          <a:p>
            <a:pPr marL="292608" indent="-292608">
              <a:spcBef>
                <a:spcPts val="0"/>
              </a:spcBef>
              <a:buClr>
                <a:schemeClr val="accent2"/>
              </a:buClr>
            </a:pPr>
            <a:r>
              <a:rPr lang="en-US"/>
              <a:t>Suppose you are told a 95% confidence interval for some population proportion is 0.542 to 0.634. How do you rewrite it in terms of center ± margin of error?</a:t>
            </a:r>
            <a:endParaRPr/>
          </a:p>
          <a:p>
            <a:pPr marL="292608" indent="-292608">
              <a:buClr>
                <a:schemeClr val="accent2"/>
              </a:buClr>
            </a:pPr>
            <a:r>
              <a:rPr lang="en-US"/>
              <a:t>The center (which should be the statistic) is halfway between the endpoints: </a:t>
            </a:r>
            <a:endParaRPr/>
          </a:p>
        </p:txBody>
      </p:sp>
      <p:pic>
        <p:nvPicPr>
          <p:cNvPr id="687" name="Google Shape;687;p41" descr="start frac 0.542 plus 0.634 over two end frac equals 0.588 full stop"/>
          <p:cNvPicPr preferRelativeResize="0"/>
          <p:nvPr/>
        </p:nvPicPr>
        <p:blipFill rotWithShape="1">
          <a:blip r:embed="rId3">
            <a:alphaModFix/>
          </a:blip>
          <a:srcRect/>
          <a:stretch/>
        </p:blipFill>
        <p:spPr>
          <a:xfrm>
            <a:off x="5349451" y="3546110"/>
            <a:ext cx="2276662" cy="603317"/>
          </a:xfrm>
          <a:prstGeom prst="rect">
            <a:avLst/>
          </a:prstGeom>
          <a:noFill/>
          <a:ln>
            <a:noFill/>
          </a:ln>
        </p:spPr>
      </p:pic>
      <p:sp>
        <p:nvSpPr>
          <p:cNvPr id="688" name="Google Shape;688;p41"/>
          <p:cNvSpPr txBox="1">
            <a:spLocks noGrp="1"/>
          </p:cNvSpPr>
          <p:nvPr>
            <p:ph type="body" idx="2"/>
          </p:nvPr>
        </p:nvSpPr>
        <p:spPr>
          <a:xfrm>
            <a:off x="1828800" y="4187951"/>
            <a:ext cx="8534400" cy="1745585"/>
          </a:xfrm>
          <a:prstGeom prst="rect">
            <a:avLst/>
          </a:prstGeom>
          <a:noFill/>
          <a:ln>
            <a:noFill/>
          </a:ln>
        </p:spPr>
        <p:txBody>
          <a:bodyPr spcFirstLastPara="1" wrap="square" lIns="91425" tIns="45700" rIns="91425" bIns="45700" anchor="t" anchorCtr="0">
            <a:noAutofit/>
          </a:bodyPr>
          <a:lstStyle/>
          <a:p>
            <a:pPr marL="292608" indent="-292608">
              <a:spcBef>
                <a:spcPts val="0"/>
              </a:spcBef>
              <a:buClr>
                <a:schemeClr val="accent2"/>
              </a:buClr>
            </a:pPr>
            <a:r>
              <a:rPr lang="en-US"/>
              <a:t>The margin of error is distance from an endpoint to the center: 0.634 – 0.588 = 0.046.</a:t>
            </a:r>
            <a:endParaRPr/>
          </a:p>
          <a:p>
            <a:pPr marL="292608" indent="-292608">
              <a:buClr>
                <a:schemeClr val="accent2"/>
              </a:buClr>
            </a:pPr>
            <a:r>
              <a:rPr lang="en-US"/>
              <a:t>We rewrite the interval as 0.588 ± 0.046.</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56517-BC60-E5BE-865D-AEF9B927C902}"/>
              </a:ext>
            </a:extLst>
          </p:cNvPr>
          <p:cNvSpPr>
            <a:spLocks noGrp="1"/>
          </p:cNvSpPr>
          <p:nvPr>
            <p:ph type="title"/>
          </p:nvPr>
        </p:nvSpPr>
        <p:spPr>
          <a:xfrm>
            <a:off x="406400" y="3046414"/>
            <a:ext cx="11379200" cy="838199"/>
          </a:xfrm>
        </p:spPr>
        <p:txBody>
          <a:bodyPr>
            <a:normAutofit fontScale="90000"/>
          </a:bodyPr>
          <a:lstStyle/>
          <a:p>
            <a:r>
              <a:rPr lang="en-US" sz="6000" dirty="0"/>
              <a:t>What about quantitative variables?</a:t>
            </a:r>
          </a:p>
        </p:txBody>
      </p:sp>
      <p:sp>
        <p:nvSpPr>
          <p:cNvPr id="3" name="Slide Number Placeholder 2">
            <a:extLst>
              <a:ext uri="{FF2B5EF4-FFF2-40B4-BE49-F238E27FC236}">
                <a16:creationId xmlns:a16="http://schemas.microsoft.com/office/drawing/2014/main" id="{8E90D7FE-6A4A-FA84-BBFA-48BCAFCCEF0C}"/>
              </a:ext>
            </a:extLst>
          </p:cNvPr>
          <p:cNvSpPr>
            <a:spLocks noGrp="1"/>
          </p:cNvSpPr>
          <p:nvPr>
            <p:ph type="sldNum" sz="quarter" idx="10"/>
          </p:nvPr>
        </p:nvSpPr>
        <p:spPr/>
        <p:txBody>
          <a:bodyPr/>
          <a:lstStyle/>
          <a:p>
            <a:fld id="{67B19427-F580-D146-B60E-4CADEE75497F}" type="slidenum">
              <a:rPr lang="en-US" smtClean="0"/>
              <a:pPr/>
              <a:t>26</a:t>
            </a:fld>
            <a:endParaRPr lang="en-US" dirty="0"/>
          </a:p>
        </p:txBody>
      </p:sp>
      <p:sp>
        <p:nvSpPr>
          <p:cNvPr id="4" name="Footer Placeholder 3">
            <a:extLst>
              <a:ext uri="{FF2B5EF4-FFF2-40B4-BE49-F238E27FC236}">
                <a16:creationId xmlns:a16="http://schemas.microsoft.com/office/drawing/2014/main" id="{9AD1421A-9F53-6065-F6F3-D55FA4962792}"/>
              </a:ext>
            </a:extLst>
          </p:cNvPr>
          <p:cNvSpPr>
            <a:spLocks noGrp="1"/>
          </p:cNvSpPr>
          <p:nvPr>
            <p:ph type="ftr" sz="quarter" idx="11"/>
          </p:nvPr>
        </p:nvSpPr>
        <p:spPr/>
        <p:txBody>
          <a:bodyPr/>
          <a:lstStyle/>
          <a:p>
            <a:r>
              <a:rPr lang="en-US"/>
              <a:t>Copyright ©2020 John Wiley &amp; Sons, Inc. </a:t>
            </a:r>
            <a:endParaRPr lang="en-US" dirty="0"/>
          </a:p>
        </p:txBody>
      </p:sp>
      <p:sp>
        <p:nvSpPr>
          <p:cNvPr id="5" name="Content Placeholder 4">
            <a:extLst>
              <a:ext uri="{FF2B5EF4-FFF2-40B4-BE49-F238E27FC236}">
                <a16:creationId xmlns:a16="http://schemas.microsoft.com/office/drawing/2014/main" id="{3EBF8A7F-1046-9D2D-8300-76FFD79FB1D7}"/>
              </a:ext>
            </a:extLst>
          </p:cNvPr>
          <p:cNvSpPr>
            <a:spLocks noGrp="1"/>
          </p:cNvSpPr>
          <p:nvPr>
            <p:ph sz="quarter" idx="12"/>
          </p:nvPr>
        </p:nvSpPr>
        <p:spPr/>
        <p:txBody>
          <a:bodyPr/>
          <a:lstStyle/>
          <a:p>
            <a:endParaRPr lang="en-US"/>
          </a:p>
        </p:txBody>
      </p:sp>
    </p:spTree>
    <p:extLst>
      <p:ext uri="{BB962C8B-B14F-4D97-AF65-F5344CB8AC3E}">
        <p14:creationId xmlns:p14="http://schemas.microsoft.com/office/powerpoint/2010/main" val="272308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48"/>
          <p:cNvSpPr txBox="1">
            <a:spLocks noGrp="1"/>
          </p:cNvSpPr>
          <p:nvPr>
            <p:ph type="title"/>
          </p:nvPr>
        </p:nvSpPr>
        <p:spPr>
          <a:xfrm>
            <a:off x="1828800" y="620886"/>
            <a:ext cx="8534400" cy="838199"/>
          </a:xfrm>
          <a:prstGeom prst="rect">
            <a:avLst/>
          </a:prstGeom>
          <a:noFill/>
          <a:ln>
            <a:noFill/>
          </a:ln>
        </p:spPr>
        <p:txBody>
          <a:bodyPr spcFirstLastPara="1" vert="horz" wrap="square" lIns="91425" tIns="45700" rIns="91425" bIns="45700" rtlCol="0" anchor="t" anchorCtr="0">
            <a:normAutofit fontScale="90000"/>
          </a:bodyPr>
          <a:lstStyle/>
          <a:p>
            <a:pPr>
              <a:buClr>
                <a:srgbClr val="196E78"/>
              </a:buClr>
              <a:buSzPct val="100000"/>
            </a:pPr>
            <a:r>
              <a:rPr lang="en-US">
                <a:solidFill>
                  <a:srgbClr val="196E78"/>
                </a:solidFill>
              </a:rPr>
              <a:t>Example 3.3: </a:t>
            </a:r>
            <a:r>
              <a:rPr lang="en-US"/>
              <a:t>Confidence Intervals </a:t>
            </a:r>
            <a:r>
              <a:rPr lang="en-US" sz="2000" b="0"/>
              <a:t>(1 of 2)</a:t>
            </a:r>
            <a:endParaRPr strike="sngStrike"/>
          </a:p>
        </p:txBody>
      </p:sp>
      <mc:AlternateContent xmlns:mc="http://schemas.openxmlformats.org/markup-compatibility/2006">
        <mc:Choice xmlns:a14="http://schemas.microsoft.com/office/drawing/2010/main" Requires="a14">
          <p:sp>
            <p:nvSpPr>
              <p:cNvPr id="737" name="Google Shape;737;p48"/>
              <p:cNvSpPr txBox="1">
                <a:spLocks noGrp="1"/>
              </p:cNvSpPr>
              <p:nvPr>
                <p:ph type="body" idx="1"/>
              </p:nvPr>
            </p:nvSpPr>
            <p:spPr>
              <a:xfrm>
                <a:off x="1828800" y="1714026"/>
                <a:ext cx="8534400" cy="1138174"/>
              </a:xfrm>
              <a:prstGeom prst="rect">
                <a:avLst/>
              </a:prstGeom>
              <a:noFill/>
              <a:ln>
                <a:noFill/>
              </a:ln>
            </p:spPr>
            <p:txBody>
              <a:bodyPr spcFirstLastPara="1" wrap="square" lIns="91425" tIns="45700" rIns="91425" bIns="45700" anchor="t" anchorCtr="0">
                <a:noAutofit/>
              </a:bodyPr>
              <a:lstStyle/>
              <a:p>
                <a:pPr marL="292608" indent="-292608">
                  <a:spcBef>
                    <a:spcPts val="0"/>
                  </a:spcBef>
                  <a:buClr>
                    <a:schemeClr val="accent2"/>
                  </a:buClr>
                </a:pPr>
                <a:r>
                  <a:rPr lang="en-US" dirty="0"/>
                  <a:t>Essentially, replace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oMath>
                </a14:m>
                <a:r>
                  <a:rPr lang="en-US" dirty="0"/>
                  <a:t> with </a:t>
                </a:r>
                <a14:m>
                  <m:oMath xmlns:m="http://schemas.openxmlformats.org/officeDocument/2006/math">
                    <m:bar>
                      <m:barPr>
                        <m:pos m:val="top"/>
                        <m:ctrlPr>
                          <a:rPr lang="en-US" b="0" i="1" smtClean="0">
                            <a:latin typeface="Cambria Math" panose="02040503050406030204" pitchFamily="18" charset="0"/>
                          </a:rPr>
                        </m:ctrlPr>
                      </m:barPr>
                      <m:e>
                        <m:r>
                          <a:rPr lang="en-US" b="0" i="1" smtClean="0">
                            <a:latin typeface="Cambria Math" panose="02040503050406030204" pitchFamily="18" charset="0"/>
                          </a:rPr>
                          <m:t>𝑥</m:t>
                        </m:r>
                      </m:e>
                    </m:bar>
                  </m:oMath>
                </a14:m>
                <a:endParaRPr lang="en-US" dirty="0"/>
              </a:p>
              <a:p>
                <a:pPr marL="292608" indent="-292608">
                  <a:spcBef>
                    <a:spcPts val="0"/>
                  </a:spcBef>
                  <a:buClr>
                    <a:schemeClr val="accent2"/>
                  </a:buClr>
                </a:pPr>
                <a:r>
                  <a:rPr lang="en-US" dirty="0"/>
                  <a:t>Remember the basic form of a confidence interval is:</a:t>
                </a:r>
                <a:endParaRPr dirty="0"/>
              </a:p>
              <a:p>
                <a:pPr marL="0" indent="1487488">
                  <a:buClr>
                    <a:schemeClr val="accent2"/>
                  </a:buClr>
                  <a:buNone/>
                </a:pPr>
                <a:r>
                  <a:rPr lang="en-US" dirty="0"/>
                  <a:t>statistic ± multiplier </a:t>
                </a:r>
                <a:r>
                  <a:rPr lang="en-US" dirty="0">
                    <a:latin typeface="Times New Roman"/>
                    <a:ea typeface="Times New Roman"/>
                    <a:cs typeface="Times New Roman"/>
                    <a:sym typeface="Times New Roman"/>
                  </a:rPr>
                  <a:t>× (SD of statistic)</a:t>
                </a:r>
                <a:endParaRPr dirty="0"/>
              </a:p>
            </p:txBody>
          </p:sp>
        </mc:Choice>
        <mc:Fallback>
          <p:sp>
            <p:nvSpPr>
              <p:cNvPr id="737" name="Google Shape;737;p48"/>
              <p:cNvSpPr txBox="1">
                <a:spLocks noGrp="1" noRot="1" noChangeAspect="1" noMove="1" noResize="1" noEditPoints="1" noAdjustHandles="1" noChangeArrowheads="1" noChangeShapeType="1" noTextEdit="1"/>
              </p:cNvSpPr>
              <p:nvPr>
                <p:ph type="body" idx="1"/>
              </p:nvPr>
            </p:nvSpPr>
            <p:spPr>
              <a:xfrm>
                <a:off x="1828800" y="1714026"/>
                <a:ext cx="8534400" cy="1138174"/>
              </a:xfrm>
              <a:prstGeom prst="rect">
                <a:avLst/>
              </a:prstGeom>
              <a:blipFill>
                <a:blip r:embed="rId3"/>
                <a:stretch>
                  <a:fillRect l="-1189" t="-4396" b="-32967"/>
                </a:stretch>
              </a:blipFill>
              <a:ln>
                <a:noFill/>
              </a:ln>
            </p:spPr>
            <p:txBody>
              <a:bodyPr/>
              <a:lstStyle/>
              <a:p>
                <a:r>
                  <a:rPr lang="en-US">
                    <a:noFill/>
                  </a:rPr>
                  <a:t> </a:t>
                </a:r>
              </a:p>
            </p:txBody>
          </p:sp>
        </mc:Fallback>
      </mc:AlternateContent>
      <p:sp>
        <p:nvSpPr>
          <p:cNvPr id="738" name="Google Shape;738;p48"/>
          <p:cNvSpPr txBox="1">
            <a:spLocks noGrp="1"/>
          </p:cNvSpPr>
          <p:nvPr>
            <p:ph type="body" idx="2"/>
          </p:nvPr>
        </p:nvSpPr>
        <p:spPr>
          <a:xfrm>
            <a:off x="1797671" y="3049525"/>
            <a:ext cx="3963620" cy="455370"/>
          </a:xfrm>
          <a:prstGeom prst="rect">
            <a:avLst/>
          </a:prstGeom>
          <a:noFill/>
          <a:ln>
            <a:noFill/>
          </a:ln>
        </p:spPr>
        <p:txBody>
          <a:bodyPr spcFirstLastPara="1" wrap="square" lIns="91425" tIns="45700" rIns="91425" bIns="45700" anchor="t" anchorCtr="0">
            <a:noAutofit/>
          </a:bodyPr>
          <a:lstStyle/>
          <a:p>
            <a:pPr marL="228600" indent="-228600">
              <a:spcBef>
                <a:spcPts val="0"/>
              </a:spcBef>
            </a:pPr>
            <a:r>
              <a:rPr lang="en-US"/>
              <a:t>In our case, the statistic is </a:t>
            </a:r>
            <a:endParaRPr/>
          </a:p>
        </p:txBody>
      </p:sp>
      <p:pic>
        <p:nvPicPr>
          <p:cNvPr id="739" name="Google Shape;739;p48" descr="x bar"/>
          <p:cNvPicPr preferRelativeResize="0"/>
          <p:nvPr/>
        </p:nvPicPr>
        <p:blipFill rotWithShape="1">
          <a:blip r:embed="rId4">
            <a:alphaModFix/>
          </a:blip>
          <a:srcRect/>
          <a:stretch/>
        </p:blipFill>
        <p:spPr>
          <a:xfrm>
            <a:off x="5624999" y="3170319"/>
            <a:ext cx="241300" cy="292100"/>
          </a:xfrm>
          <a:prstGeom prst="rect">
            <a:avLst/>
          </a:prstGeom>
          <a:noFill/>
          <a:ln>
            <a:noFill/>
          </a:ln>
        </p:spPr>
      </p:pic>
      <p:sp>
        <p:nvSpPr>
          <p:cNvPr id="740" name="Google Shape;740;p48"/>
          <p:cNvSpPr txBox="1">
            <a:spLocks noGrp="1"/>
          </p:cNvSpPr>
          <p:nvPr>
            <p:ph type="body" idx="3"/>
          </p:nvPr>
        </p:nvSpPr>
        <p:spPr>
          <a:xfrm>
            <a:off x="1995942" y="3107142"/>
            <a:ext cx="7743018" cy="1034314"/>
          </a:xfrm>
          <a:prstGeom prst="rect">
            <a:avLst/>
          </a:prstGeom>
          <a:noFill/>
          <a:ln>
            <a:noFill/>
          </a:ln>
        </p:spPr>
        <p:txBody>
          <a:bodyPr spcFirstLastPara="1" wrap="square" lIns="91425" tIns="45700" rIns="91425" bIns="45700" anchor="t" anchorCtr="0">
            <a:noAutofit/>
          </a:bodyPr>
          <a:lstStyle/>
          <a:p>
            <a:pPr marL="61913" indent="3765550">
              <a:spcBef>
                <a:spcPts val="0"/>
              </a:spcBef>
              <a:buNone/>
            </a:pPr>
            <a:r>
              <a:rPr lang="en-US" dirty="0"/>
              <a:t>so we write our 2SD confidence interval as:</a:t>
            </a:r>
            <a:endParaRPr dirty="0"/>
          </a:p>
        </p:txBody>
      </p:sp>
      <p:pic>
        <p:nvPicPr>
          <p:cNvPr id="741" name="Google Shape;741;p48" descr="X bar + or minus 2 times, s d of x bar."/>
          <p:cNvPicPr preferRelativeResize="0"/>
          <p:nvPr/>
        </p:nvPicPr>
        <p:blipFill rotWithShape="1">
          <a:blip r:embed="rId5">
            <a:alphaModFix/>
          </a:blip>
          <a:srcRect/>
          <a:stretch/>
        </p:blipFill>
        <p:spPr>
          <a:xfrm>
            <a:off x="4471076" y="4263845"/>
            <a:ext cx="2222500" cy="4826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51"/>
          <p:cNvSpPr txBox="1">
            <a:spLocks noGrp="1"/>
          </p:cNvSpPr>
          <p:nvPr>
            <p:ph type="title"/>
          </p:nvPr>
        </p:nvSpPr>
        <p:spPr>
          <a:xfrm>
            <a:off x="1828800" y="762002"/>
            <a:ext cx="8534400" cy="693729"/>
          </a:xfrm>
          <a:prstGeom prst="rect">
            <a:avLst/>
          </a:prstGeom>
          <a:noFill/>
          <a:ln>
            <a:noFill/>
          </a:ln>
        </p:spPr>
        <p:txBody>
          <a:bodyPr spcFirstLastPara="1" vert="horz" wrap="square" lIns="91425" tIns="45700" rIns="91425" bIns="45700" rtlCol="0" anchor="t" anchorCtr="0">
            <a:normAutofit/>
          </a:bodyPr>
          <a:lstStyle/>
          <a:p>
            <a:pPr>
              <a:buClr>
                <a:srgbClr val="196E78"/>
              </a:buClr>
              <a:buSzPts val="3600"/>
            </a:pPr>
            <a:r>
              <a:rPr lang="en-US" sz="3600">
                <a:solidFill>
                  <a:srgbClr val="196E78"/>
                </a:solidFill>
              </a:rPr>
              <a:t>Example 3.3: </a:t>
            </a:r>
            <a:r>
              <a:rPr lang="en-US" sz="3600"/>
              <a:t>Confidence Interval </a:t>
            </a:r>
            <a:r>
              <a:rPr lang="en-US" sz="1800" b="0"/>
              <a:t>(1 of 3)</a:t>
            </a:r>
            <a:endParaRPr sz="1800"/>
          </a:p>
        </p:txBody>
      </p:sp>
      <p:sp>
        <p:nvSpPr>
          <p:cNvPr id="768" name="Google Shape;768;p51"/>
          <p:cNvSpPr txBox="1">
            <a:spLocks noGrp="1"/>
          </p:cNvSpPr>
          <p:nvPr>
            <p:ph type="body" idx="1"/>
          </p:nvPr>
        </p:nvSpPr>
        <p:spPr>
          <a:xfrm>
            <a:off x="1828800" y="1752601"/>
            <a:ext cx="8534400" cy="408709"/>
          </a:xfrm>
          <a:prstGeom prst="rect">
            <a:avLst/>
          </a:prstGeom>
          <a:noFill/>
          <a:ln>
            <a:noFill/>
          </a:ln>
        </p:spPr>
        <p:txBody>
          <a:bodyPr spcFirstLastPara="1" wrap="square" lIns="91425" tIns="45700" rIns="91425" bIns="45700" anchor="t" anchorCtr="0">
            <a:noAutofit/>
          </a:bodyPr>
          <a:lstStyle/>
          <a:p>
            <a:pPr marL="292608" indent="-292608">
              <a:spcBef>
                <a:spcPts val="0"/>
              </a:spcBef>
              <a:buClr>
                <a:schemeClr val="accent2"/>
              </a:buClr>
              <a:buSzPts val="2400"/>
              <a:buFont typeface="Arial"/>
              <a:buChar char="•"/>
            </a:pPr>
            <a:r>
              <a:rPr lang="en-US" sz="2400"/>
              <a:t>The confidence interval for a population mean has the form:</a:t>
            </a:r>
            <a:endParaRPr sz="2400"/>
          </a:p>
        </p:txBody>
      </p:sp>
      <p:pic>
        <p:nvPicPr>
          <p:cNvPr id="769" name="Google Shape;769;p51" descr="X bar + or minus some multiplier times s over square root of n."/>
          <p:cNvPicPr preferRelativeResize="0"/>
          <p:nvPr/>
        </p:nvPicPr>
        <p:blipFill rotWithShape="1">
          <a:blip r:embed="rId3">
            <a:alphaModFix/>
          </a:blip>
          <a:srcRect/>
          <a:stretch/>
        </p:blipFill>
        <p:spPr>
          <a:xfrm>
            <a:off x="5048250" y="2276475"/>
            <a:ext cx="1847850" cy="603250"/>
          </a:xfrm>
          <a:prstGeom prst="rect">
            <a:avLst/>
          </a:prstGeom>
          <a:noFill/>
          <a:ln>
            <a:noFill/>
          </a:ln>
        </p:spPr>
      </p:pic>
      <p:sp>
        <p:nvSpPr>
          <p:cNvPr id="770" name="Google Shape;770;p51"/>
          <p:cNvSpPr txBox="1">
            <a:spLocks noGrp="1"/>
          </p:cNvSpPr>
          <p:nvPr>
            <p:ph type="body" idx="3"/>
          </p:nvPr>
        </p:nvSpPr>
        <p:spPr>
          <a:xfrm>
            <a:off x="1858694" y="2892148"/>
            <a:ext cx="1548628" cy="394648"/>
          </a:xfrm>
          <a:prstGeom prst="rect">
            <a:avLst/>
          </a:prstGeom>
          <a:noFill/>
          <a:ln>
            <a:noFill/>
          </a:ln>
        </p:spPr>
        <p:txBody>
          <a:bodyPr spcFirstLastPara="1" wrap="square" lIns="91425" tIns="45700" rIns="91425" bIns="45700" anchor="t" anchorCtr="0">
            <a:noAutofit/>
          </a:bodyPr>
          <a:lstStyle/>
          <a:p>
            <a:pPr marL="292608" indent="-292608">
              <a:spcBef>
                <a:spcPts val="0"/>
              </a:spcBef>
              <a:buClr>
                <a:schemeClr val="accent2"/>
              </a:buClr>
              <a:buSzPts val="2400"/>
              <a:buFont typeface="Arial"/>
              <a:buChar char="•"/>
            </a:pPr>
            <a:r>
              <a:rPr lang="en-US" sz="2400"/>
              <a:t>Where</a:t>
            </a:r>
            <a:endParaRPr sz="2400"/>
          </a:p>
        </p:txBody>
      </p:sp>
      <p:sp>
        <p:nvSpPr>
          <p:cNvPr id="771" name="Google Shape;771;p51"/>
          <p:cNvSpPr txBox="1">
            <a:spLocks noGrp="1"/>
          </p:cNvSpPr>
          <p:nvPr>
            <p:ph type="body" idx="4"/>
          </p:nvPr>
        </p:nvSpPr>
        <p:spPr>
          <a:xfrm>
            <a:off x="2301251" y="3279487"/>
            <a:ext cx="379475" cy="381000"/>
          </a:xfrm>
          <a:prstGeom prst="rect">
            <a:avLst/>
          </a:prstGeom>
          <a:noFill/>
          <a:ln>
            <a:noFill/>
          </a:ln>
        </p:spPr>
        <p:txBody>
          <a:bodyPr spcFirstLastPara="1" wrap="square" lIns="91425" tIns="45700" rIns="91425" bIns="45700" anchor="t" anchorCtr="0">
            <a:noAutofit/>
          </a:bodyPr>
          <a:lstStyle/>
          <a:p>
            <a:pPr indent="-457200">
              <a:lnSpc>
                <a:spcPct val="100000"/>
              </a:lnSpc>
              <a:spcBef>
                <a:spcPts val="0"/>
              </a:spcBef>
              <a:buClr>
                <a:schemeClr val="accent2"/>
              </a:buClr>
              <a:buSzPts val="1920"/>
              <a:buFont typeface="Courier New"/>
              <a:buChar char="o"/>
            </a:pPr>
            <a:r>
              <a:rPr lang="en-US" sz="2400"/>
              <a:t>​</a:t>
            </a:r>
            <a:endParaRPr sz="2400"/>
          </a:p>
        </p:txBody>
      </p:sp>
      <p:pic>
        <p:nvPicPr>
          <p:cNvPr id="772" name="Google Shape;772;p51" descr="x bar"/>
          <p:cNvPicPr preferRelativeResize="0"/>
          <p:nvPr/>
        </p:nvPicPr>
        <p:blipFill rotWithShape="1">
          <a:blip r:embed="rId4">
            <a:alphaModFix/>
          </a:blip>
          <a:srcRect/>
          <a:stretch/>
        </p:blipFill>
        <p:spPr>
          <a:xfrm>
            <a:off x="2662257" y="3381213"/>
            <a:ext cx="233789" cy="288798"/>
          </a:xfrm>
          <a:prstGeom prst="rect">
            <a:avLst/>
          </a:prstGeom>
          <a:noFill/>
          <a:ln>
            <a:noFill/>
          </a:ln>
        </p:spPr>
      </p:pic>
      <p:sp>
        <p:nvSpPr>
          <p:cNvPr id="773" name="Google Shape;773;p51"/>
          <p:cNvSpPr txBox="1">
            <a:spLocks noGrp="1"/>
          </p:cNvSpPr>
          <p:nvPr>
            <p:ph type="body" idx="6"/>
          </p:nvPr>
        </p:nvSpPr>
        <p:spPr>
          <a:xfrm>
            <a:off x="2897665" y="3323452"/>
            <a:ext cx="7151210" cy="420320"/>
          </a:xfrm>
          <a:prstGeom prst="rect">
            <a:avLst/>
          </a:prstGeom>
          <a:noFill/>
          <a:ln>
            <a:noFill/>
          </a:ln>
        </p:spPr>
        <p:txBody>
          <a:bodyPr spcFirstLastPara="1" wrap="square" lIns="91425" tIns="45700" rIns="91425" bIns="45700" anchor="t" anchorCtr="0">
            <a:noAutofit/>
          </a:bodyPr>
          <a:lstStyle/>
          <a:p>
            <a:pPr marL="228600">
              <a:lnSpc>
                <a:spcPct val="100000"/>
              </a:lnSpc>
              <a:spcBef>
                <a:spcPts val="0"/>
              </a:spcBef>
              <a:buSzPts val="2400"/>
            </a:pPr>
            <a:r>
              <a:rPr lang="en-US" sz="2400"/>
              <a:t>is the center (our best estimate for the population mean)</a:t>
            </a:r>
            <a:endParaRPr sz="2400"/>
          </a:p>
        </p:txBody>
      </p:sp>
      <p:sp>
        <p:nvSpPr>
          <p:cNvPr id="774" name="Google Shape;774;p51"/>
          <p:cNvSpPr txBox="1">
            <a:spLocks noGrp="1"/>
          </p:cNvSpPr>
          <p:nvPr>
            <p:ph type="body" idx="14"/>
          </p:nvPr>
        </p:nvSpPr>
        <p:spPr>
          <a:xfrm>
            <a:off x="2292031" y="4011457"/>
            <a:ext cx="312800" cy="444555"/>
          </a:xfrm>
          <a:prstGeom prst="rect">
            <a:avLst/>
          </a:prstGeom>
          <a:noFill/>
          <a:ln>
            <a:noFill/>
          </a:ln>
        </p:spPr>
        <p:txBody>
          <a:bodyPr spcFirstLastPara="1" wrap="square" lIns="91425" tIns="45700" rIns="91425" bIns="45700" anchor="t" anchorCtr="0">
            <a:noAutofit/>
          </a:bodyPr>
          <a:lstStyle/>
          <a:p>
            <a:pPr indent="-457200">
              <a:lnSpc>
                <a:spcPct val="100000"/>
              </a:lnSpc>
              <a:spcBef>
                <a:spcPts val="0"/>
              </a:spcBef>
              <a:buClr>
                <a:schemeClr val="accent2"/>
              </a:buClr>
              <a:buSzPts val="1920"/>
              <a:buFont typeface="Courier New"/>
              <a:buChar char="o"/>
            </a:pPr>
            <a:r>
              <a:rPr lang="en-US" sz="2400">
                <a:latin typeface="Times New Roman"/>
                <a:ea typeface="Times New Roman"/>
                <a:cs typeface="Times New Roman"/>
                <a:sym typeface="Times New Roman"/>
              </a:rPr>
              <a:t>​</a:t>
            </a:r>
            <a:endParaRPr sz="2400"/>
          </a:p>
        </p:txBody>
      </p:sp>
      <p:pic>
        <p:nvPicPr>
          <p:cNvPr id="775" name="Google Shape;775;p51" descr="s over square root of n."/>
          <p:cNvPicPr preferRelativeResize="0"/>
          <p:nvPr/>
        </p:nvPicPr>
        <p:blipFill rotWithShape="1">
          <a:blip r:embed="rId5">
            <a:alphaModFix/>
          </a:blip>
          <a:srcRect/>
          <a:stretch/>
        </p:blipFill>
        <p:spPr>
          <a:xfrm>
            <a:off x="2629265" y="3925230"/>
            <a:ext cx="416785" cy="689840"/>
          </a:xfrm>
          <a:prstGeom prst="rect">
            <a:avLst/>
          </a:prstGeom>
          <a:noFill/>
          <a:ln>
            <a:noFill/>
          </a:ln>
        </p:spPr>
      </p:pic>
      <p:sp>
        <p:nvSpPr>
          <p:cNvPr id="776" name="Google Shape;776;p51"/>
          <p:cNvSpPr txBox="1">
            <a:spLocks noGrp="1"/>
          </p:cNvSpPr>
          <p:nvPr>
            <p:ph type="body" idx="7"/>
          </p:nvPr>
        </p:nvSpPr>
        <p:spPr>
          <a:xfrm>
            <a:off x="1809750" y="3904783"/>
            <a:ext cx="8534400" cy="1158085"/>
          </a:xfrm>
          <a:prstGeom prst="rect">
            <a:avLst/>
          </a:prstGeom>
          <a:noFill/>
          <a:ln>
            <a:noFill/>
          </a:ln>
        </p:spPr>
        <p:txBody>
          <a:bodyPr spcFirstLastPara="1" wrap="square" lIns="91425" tIns="45700" rIns="91425" bIns="45700" anchor="t" anchorCtr="0">
            <a:noAutofit/>
          </a:bodyPr>
          <a:lstStyle/>
          <a:p>
            <a:pPr marL="714375" indent="542925">
              <a:lnSpc>
                <a:spcPct val="100000"/>
              </a:lnSpc>
              <a:spcBef>
                <a:spcPts val="0"/>
              </a:spcBef>
              <a:buSzPts val="2400"/>
            </a:pPr>
            <a:r>
              <a:rPr lang="en-US" sz="2400"/>
              <a:t>is the predicted value of the standard deviation of the null</a:t>
            </a:r>
            <a:endParaRPr/>
          </a:p>
          <a:p>
            <a:pPr marL="714375" indent="30162">
              <a:lnSpc>
                <a:spcPct val="100000"/>
              </a:lnSpc>
              <a:spcBef>
                <a:spcPts val="2200"/>
              </a:spcBef>
              <a:buSzPts val="2400"/>
            </a:pPr>
            <a:r>
              <a:rPr lang="en-US" sz="2400"/>
              <a:t>distribution (also called the standard error of the statistic)</a:t>
            </a:r>
            <a:endParaRPr sz="2400"/>
          </a:p>
        </p:txBody>
      </p:sp>
      <p:sp>
        <p:nvSpPr>
          <p:cNvPr id="777" name="Google Shape;777;p51"/>
          <p:cNvSpPr txBox="1">
            <a:spLocks noGrp="1"/>
          </p:cNvSpPr>
          <p:nvPr>
            <p:ph type="body" idx="8"/>
          </p:nvPr>
        </p:nvSpPr>
        <p:spPr>
          <a:xfrm>
            <a:off x="2291725" y="5081917"/>
            <a:ext cx="8061950" cy="862811"/>
          </a:xfrm>
          <a:prstGeom prst="rect">
            <a:avLst/>
          </a:prstGeom>
          <a:noFill/>
          <a:ln>
            <a:noFill/>
          </a:ln>
        </p:spPr>
        <p:txBody>
          <a:bodyPr spcFirstLastPara="1" wrap="square" lIns="91425" tIns="45700" rIns="91425" bIns="45700" anchor="t" anchorCtr="0">
            <a:noAutofit/>
          </a:bodyPr>
          <a:lstStyle/>
          <a:p>
            <a:pPr marL="342900" indent="-342900">
              <a:lnSpc>
                <a:spcPct val="100000"/>
              </a:lnSpc>
              <a:spcBef>
                <a:spcPts val="0"/>
              </a:spcBef>
              <a:buClr>
                <a:schemeClr val="accent2"/>
              </a:buClr>
              <a:buSzPts val="1920"/>
              <a:buFont typeface="Courier New"/>
              <a:buChar char="o"/>
            </a:pPr>
            <a:r>
              <a:rPr lang="en-US" sz="2400"/>
              <a:t>Multiplier is a number that is dependent upon the confidence level</a:t>
            </a:r>
            <a:endParaRPr sz="2400"/>
          </a:p>
        </p:txBody>
      </p:sp>
      <p:pic>
        <p:nvPicPr>
          <p:cNvPr id="778" name="Google Shape;778;p51" descr="Like approximately 2 for 95% confidence intervals"/>
          <p:cNvPicPr preferRelativeResize="0"/>
          <p:nvPr/>
        </p:nvPicPr>
        <p:blipFill rotWithShape="1">
          <a:blip r:embed="rId6">
            <a:alphaModFix/>
          </a:blip>
          <a:srcRect/>
          <a:stretch/>
        </p:blipFill>
        <p:spPr>
          <a:xfrm>
            <a:off x="3362654" y="5490995"/>
            <a:ext cx="4715918" cy="427507"/>
          </a:xfrm>
          <a:prstGeom prst="rect">
            <a:avLst/>
          </a:prstGeom>
          <a:noFill/>
          <a:ln>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OPREFERENCE" val="False"/>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Lst>
</file>

<file path=ppt/theme/theme1.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2970</TotalTime>
  <Words>1390</Words>
  <Application>Microsoft Macintosh PowerPoint</Application>
  <PresentationFormat>Widescreen</PresentationFormat>
  <Paragraphs>136</Paragraphs>
  <Slides>28</Slides>
  <Notes>15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28</vt:i4>
      </vt:variant>
    </vt:vector>
  </HeadingPairs>
  <TitlesOfParts>
    <vt:vector size="37" baseType="lpstr">
      <vt:lpstr>Aptos</vt:lpstr>
      <vt:lpstr>Arial</vt:lpstr>
      <vt:lpstr>Calibri</vt:lpstr>
      <vt:lpstr>Cambria Math</vt:lpstr>
      <vt:lpstr>Courier New</vt:lpstr>
      <vt:lpstr>Source Sans Pro</vt:lpstr>
      <vt:lpstr>Times New Roman</vt:lpstr>
      <vt:lpstr>Image Slide Master</vt:lpstr>
      <vt:lpstr>Opener</vt:lpstr>
      <vt:lpstr>Introduction to Statistical Investigations</vt:lpstr>
      <vt:lpstr>Chapter 3 Overview</vt:lpstr>
      <vt:lpstr>Can Dogs Sniff Out Cancer?</vt:lpstr>
      <vt:lpstr>Can Dogs Sniff Out Cancer?</vt:lpstr>
      <vt:lpstr>Can Dogs Sniff Out Cancer?</vt:lpstr>
      <vt:lpstr>Can Dogs Sniff Out Cancer?</vt:lpstr>
      <vt:lpstr>Can Dogs Sniff Out Cancer?</vt:lpstr>
      <vt:lpstr>Can Dogs Sniff Out Cancer?</vt:lpstr>
      <vt:lpstr>Can Dogs Sniff Out Cancer?</vt:lpstr>
      <vt:lpstr>Can Dogs Sniff Out Cancer?</vt:lpstr>
      <vt:lpstr>A range of plausible values</vt:lpstr>
      <vt:lpstr>A range of possible values</vt:lpstr>
      <vt:lpstr>Exploration 3.1</vt:lpstr>
      <vt:lpstr>3.2 and 3.3</vt:lpstr>
      <vt:lpstr>Overall Goal</vt:lpstr>
      <vt:lpstr>Solution: Theory</vt:lpstr>
      <vt:lpstr>Example 3.2: 2SD Method (1 of 4)</vt:lpstr>
      <vt:lpstr>Example 3.2: Where Do We Get the SD?</vt:lpstr>
      <vt:lpstr>Example 3.2: 2SD Method (2 of 4)</vt:lpstr>
      <vt:lpstr>Example 3.2: 2SD Method (3 of 4)</vt:lpstr>
      <vt:lpstr>Example 3.2: 2SD Method (4 of 4)</vt:lpstr>
      <vt:lpstr>Example 3.2: Theory-Based Methods (1 of 2)</vt:lpstr>
      <vt:lpstr>Example 3.2: Theory-Based Methods (2 of 2)</vt:lpstr>
      <vt:lpstr>Example 3.2: How is the multiplier found?</vt:lpstr>
      <vt:lpstr>Example 3.2: Two ways to write a Confidence Interval</vt:lpstr>
      <vt:lpstr>What about quantitative variables?</vt:lpstr>
      <vt:lpstr>Example 3.3: Confidence Intervals (1 of 2)</vt:lpstr>
      <vt:lpstr>Example 3.3: Confidence Interval (1 of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Sarah R Roscoe</dc:creator>
  <cp:lastModifiedBy>Sarah R Roscoe</cp:lastModifiedBy>
  <cp:revision>6</cp:revision>
  <dcterms:created xsi:type="dcterms:W3CDTF">2026-03-05T16:56:57Z</dcterms:created>
  <dcterms:modified xsi:type="dcterms:W3CDTF">2026-03-10T16:42:45Z</dcterms:modified>
</cp:coreProperties>
</file>