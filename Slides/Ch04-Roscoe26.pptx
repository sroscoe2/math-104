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4.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5.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6.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7.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9" r:id="rId4"/>
    <p:sldMasterId id="2147483936" r:id="rId5"/>
    <p:sldMasterId id="2147483943" r:id="rId6"/>
    <p:sldMasterId id="2147483965" r:id="rId7"/>
    <p:sldMasterId id="2147483968" r:id="rId8"/>
    <p:sldMasterId id="2147483971" r:id="rId9"/>
    <p:sldMasterId id="2147484004" r:id="rId10"/>
    <p:sldMasterId id="2147483976" r:id="rId11"/>
  </p:sldMasterIdLst>
  <p:notesMasterIdLst>
    <p:notesMasterId r:id="rId49"/>
  </p:notesMasterIdLst>
  <p:sldIdLst>
    <p:sldId id="436" r:id="rId12"/>
    <p:sldId id="883" r:id="rId13"/>
    <p:sldId id="456" r:id="rId14"/>
    <p:sldId id="566" r:id="rId15"/>
    <p:sldId id="458" r:id="rId16"/>
    <p:sldId id="874" r:id="rId17"/>
    <p:sldId id="459" r:id="rId18"/>
    <p:sldId id="849" r:id="rId19"/>
    <p:sldId id="850" r:id="rId20"/>
    <p:sldId id="876" r:id="rId21"/>
    <p:sldId id="875" r:id="rId22"/>
    <p:sldId id="852" r:id="rId23"/>
    <p:sldId id="853" r:id="rId24"/>
    <p:sldId id="854" r:id="rId25"/>
    <p:sldId id="855" r:id="rId26"/>
    <p:sldId id="856" r:id="rId27"/>
    <p:sldId id="857" r:id="rId28"/>
    <p:sldId id="858" r:id="rId29"/>
    <p:sldId id="817" r:id="rId30"/>
    <p:sldId id="859" r:id="rId31"/>
    <p:sldId id="879" r:id="rId32"/>
    <p:sldId id="862" r:id="rId33"/>
    <p:sldId id="863" r:id="rId34"/>
    <p:sldId id="740" r:id="rId35"/>
    <p:sldId id="881" r:id="rId36"/>
    <p:sldId id="880" r:id="rId37"/>
    <p:sldId id="865" r:id="rId38"/>
    <p:sldId id="866" r:id="rId39"/>
    <p:sldId id="867" r:id="rId40"/>
    <p:sldId id="744" r:id="rId41"/>
    <p:sldId id="745" r:id="rId42"/>
    <p:sldId id="868" r:id="rId43"/>
    <p:sldId id="869" r:id="rId44"/>
    <p:sldId id="870" r:id="rId45"/>
    <p:sldId id="871" r:id="rId46"/>
    <p:sldId id="872" r:id="rId47"/>
    <p:sldId id="882" r:id="rId48"/>
  </p:sldIdLst>
  <p:sldSz cx="9144000" cy="6858000" type="screen4x3"/>
  <p:notesSz cx="7315200" cy="9601200"/>
  <p:custDataLst>
    <p:tags r:id="rId5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4" userDrawn="1">
          <p15:clr>
            <a:srgbClr val="A4A3A4"/>
          </p15:clr>
        </p15:guide>
        <p15:guide id="2" pos="2976" userDrawn="1">
          <p15:clr>
            <a:srgbClr val="A4A3A4"/>
          </p15:clr>
        </p15:guide>
        <p15:guide id="3" orient="horz" pos="1108" userDrawn="1">
          <p15:clr>
            <a:srgbClr val="A4A3A4"/>
          </p15:clr>
        </p15:guide>
        <p15:guide id="4" pos="442" userDrawn="1">
          <p15:clr>
            <a:srgbClr val="A4A3A4"/>
          </p15:clr>
        </p15:guide>
        <p15:guide id="5" orient="horz" pos="2590"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vin, Megan - Hoboken" initials="MG" lastIdx="38" clrIdx="0"/>
  <p:cmAuthor id="1" name="Michael, Leah - Indianapolis" initials="LM" lastIdx="9" clrIdx="1"/>
  <p:cmAuthor id="2" name="Heaney, Barbara - Hoboken" initials="BH" lastIdx="3" clrIdx="2"/>
  <p:cmAuthor id="3" name="Perry, Nancy - Hoboken" initials="NP" lastIdx="21" clrIdx="3"/>
  <p:cmAuthor id="4" name="BHUVANESWARI V Venkatesan" initials="BVV"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6E78"/>
    <a:srgbClr val="00007F"/>
    <a:srgbClr val="931B21"/>
    <a:srgbClr val="930000"/>
    <a:srgbClr val="EAEAE9"/>
    <a:srgbClr val="E4E5E3"/>
    <a:srgbClr val="F2F2F1"/>
    <a:srgbClr val="EB97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87640" autoAdjust="0"/>
  </p:normalViewPr>
  <p:slideViewPr>
    <p:cSldViewPr>
      <p:cViewPr varScale="1">
        <p:scale>
          <a:sx n="93" d="100"/>
          <a:sy n="93" d="100"/>
        </p:scale>
        <p:origin x="2160" y="208"/>
      </p:cViewPr>
      <p:guideLst>
        <p:guide orient="horz" pos="2064"/>
        <p:guide pos="2976"/>
        <p:guide orient="horz" pos="1108"/>
        <p:guide pos="442"/>
        <p:guide orient="horz" pos="2590"/>
      </p:guideLst>
    </p:cSldViewPr>
  </p:slideViewPr>
  <p:outlineViewPr>
    <p:cViewPr>
      <p:scale>
        <a:sx n="33" d="100"/>
        <a:sy n="33" d="100"/>
      </p:scale>
      <p:origin x="0" y="34338"/>
    </p:cViewPr>
  </p:outlineViewPr>
  <p:notesTextViewPr>
    <p:cViewPr>
      <p:scale>
        <a:sx n="66" d="100"/>
        <a:sy n="66" d="100"/>
      </p:scale>
      <p:origin x="0" y="0"/>
    </p:cViewPr>
  </p:notesTextViewPr>
  <p:sorterViewPr>
    <p:cViewPr>
      <p:scale>
        <a:sx n="70" d="100"/>
        <a:sy n="70" d="100"/>
      </p:scale>
      <p:origin x="0" y="0"/>
    </p:cViewPr>
  </p:sorterViewPr>
  <p:notesViewPr>
    <p:cSldViewPr>
      <p:cViewPr varScale="1">
        <p:scale>
          <a:sx n="91" d="100"/>
          <a:sy n="91" d="100"/>
        </p:scale>
        <p:origin x="2472" y="184"/>
      </p:cViewPr>
      <p:guideLst>
        <p:guide orient="horz" pos="3024"/>
        <p:guide pos="2304"/>
      </p:guideLst>
    </p:cSldViewPr>
  </p:notesViewPr>
  <p:gridSpacing cx="75895" cy="75895"/>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tags" Target="tags/tag1.xml"/><Relationship Id="rId55"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5.xml"/><Relationship Id="rId29" Type="http://schemas.openxmlformats.org/officeDocument/2006/relationships/slide" Target="slides/slide18.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viewProps" Target="viewProps.xml"/><Relationship Id="rId5" Type="http://schemas.openxmlformats.org/officeDocument/2006/relationships/slideMaster" Target="slideMasters/slideMaster2.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8" Type="http://schemas.openxmlformats.org/officeDocument/2006/relationships/slideMaster" Target="slideMasters/slideMaster5.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E60A2CD-8554-1844-B7CB-59075A9E10B8}"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685BF294-E0E8-8A45-BCFE-A34EFCFD4895}">
      <dgm:prSet/>
      <dgm:spPr/>
      <dgm:t>
        <a:bodyPr/>
        <a:lstStyle/>
        <a:p>
          <a:r>
            <a:rPr lang="en-US" dirty="0"/>
            <a:t>Cause</a:t>
          </a:r>
        </a:p>
        <a:p>
          <a:r>
            <a:rPr lang="en-US" dirty="0"/>
            <a:t>(Explanatory)</a:t>
          </a:r>
        </a:p>
      </dgm:t>
    </dgm:pt>
    <dgm:pt modelId="{AE7A82B7-3FAB-6346-A0C4-A72171F210CA}" type="parTrans" cxnId="{D8EC5F21-6E4C-5B4A-AC3E-DBE79397FFDB}">
      <dgm:prSet/>
      <dgm:spPr/>
      <dgm:t>
        <a:bodyPr/>
        <a:lstStyle/>
        <a:p>
          <a:endParaRPr lang="en-US"/>
        </a:p>
      </dgm:t>
    </dgm:pt>
    <dgm:pt modelId="{7A5865C2-50B3-514A-96B3-A67C99CB1F81}" type="sibTrans" cxnId="{D8EC5F21-6E4C-5B4A-AC3E-DBE79397FFDB}">
      <dgm:prSet/>
      <dgm:spPr/>
      <dgm:t>
        <a:bodyPr/>
        <a:lstStyle/>
        <a:p>
          <a:endParaRPr lang="en-US"/>
        </a:p>
      </dgm:t>
    </dgm:pt>
    <dgm:pt modelId="{ECA9A0B5-0437-1C44-B8FE-A55CD60C5D4F}">
      <dgm:prSet/>
      <dgm:spPr/>
      <dgm:t>
        <a:bodyPr/>
        <a:lstStyle/>
        <a:p>
          <a:r>
            <a:rPr lang="en-US" dirty="0"/>
            <a:t>Effect</a:t>
          </a:r>
        </a:p>
        <a:p>
          <a:r>
            <a:rPr lang="en-US" dirty="0"/>
            <a:t>(Response)</a:t>
          </a:r>
        </a:p>
      </dgm:t>
    </dgm:pt>
    <dgm:pt modelId="{EAE2DE5F-D29B-1544-B2FE-9F714DF69D89}" type="parTrans" cxnId="{5056A1E3-5454-374D-82BD-359BE917F725}">
      <dgm:prSet/>
      <dgm:spPr/>
      <dgm:t>
        <a:bodyPr/>
        <a:lstStyle/>
        <a:p>
          <a:endParaRPr lang="en-US"/>
        </a:p>
      </dgm:t>
    </dgm:pt>
    <dgm:pt modelId="{FCB57CEC-DFFE-3843-9565-3CA3F207EB55}" type="sibTrans" cxnId="{5056A1E3-5454-374D-82BD-359BE917F725}">
      <dgm:prSet/>
      <dgm:spPr/>
      <dgm:t>
        <a:bodyPr/>
        <a:lstStyle/>
        <a:p>
          <a:endParaRPr lang="en-US"/>
        </a:p>
      </dgm:t>
    </dgm:pt>
    <dgm:pt modelId="{D5412979-5F6C-5947-BC74-9476567B3D52}" type="pres">
      <dgm:prSet presAssocID="{DE60A2CD-8554-1844-B7CB-59075A9E10B8}" presName="CompostProcess" presStyleCnt="0">
        <dgm:presLayoutVars>
          <dgm:dir/>
          <dgm:resizeHandles val="exact"/>
        </dgm:presLayoutVars>
      </dgm:prSet>
      <dgm:spPr/>
    </dgm:pt>
    <dgm:pt modelId="{DE364ABB-1410-F44C-8D52-FCDFDC36271D}" type="pres">
      <dgm:prSet presAssocID="{DE60A2CD-8554-1844-B7CB-59075A9E10B8}" presName="arrow" presStyleLbl="bgShp" presStyleIdx="0" presStyleCnt="1" custScaleX="51996" custScaleY="50713" custLinFactNeighborX="-7481" custLinFactNeighborY="196"/>
      <dgm:spPr/>
    </dgm:pt>
    <dgm:pt modelId="{A5E69128-33FB-594E-AD01-7FB74B3EBA54}" type="pres">
      <dgm:prSet presAssocID="{DE60A2CD-8554-1844-B7CB-59075A9E10B8}" presName="linearProcess" presStyleCnt="0"/>
      <dgm:spPr/>
    </dgm:pt>
    <dgm:pt modelId="{0640CA57-F03F-594D-A8A7-70C89539CF84}" type="pres">
      <dgm:prSet presAssocID="{685BF294-E0E8-8A45-BCFE-A34EFCFD4895}" presName="textNode" presStyleLbl="node1" presStyleIdx="0" presStyleCnt="2" custLinFactX="-38564" custLinFactNeighborX="-100000" custLinFactNeighborY="1464">
        <dgm:presLayoutVars>
          <dgm:bulletEnabled val="1"/>
        </dgm:presLayoutVars>
      </dgm:prSet>
      <dgm:spPr/>
    </dgm:pt>
    <dgm:pt modelId="{5790D802-C2E7-EC41-9615-F9134A3FB9EB}" type="pres">
      <dgm:prSet presAssocID="{7A5865C2-50B3-514A-96B3-A67C99CB1F81}" presName="sibTrans" presStyleCnt="0"/>
      <dgm:spPr/>
    </dgm:pt>
    <dgm:pt modelId="{42939D6C-047B-344A-9BFD-F632DABE4706}" type="pres">
      <dgm:prSet presAssocID="{ECA9A0B5-0437-1C44-B8FE-A55CD60C5D4F}" presName="textNode" presStyleLbl="node1" presStyleIdx="1" presStyleCnt="2" custLinFactX="38564" custLinFactNeighborX="100000" custLinFactNeighborY="2471">
        <dgm:presLayoutVars>
          <dgm:bulletEnabled val="1"/>
        </dgm:presLayoutVars>
      </dgm:prSet>
      <dgm:spPr/>
    </dgm:pt>
  </dgm:ptLst>
  <dgm:cxnLst>
    <dgm:cxn modelId="{D8EC5F21-6E4C-5B4A-AC3E-DBE79397FFDB}" srcId="{DE60A2CD-8554-1844-B7CB-59075A9E10B8}" destId="{685BF294-E0E8-8A45-BCFE-A34EFCFD4895}" srcOrd="0" destOrd="0" parTransId="{AE7A82B7-3FAB-6346-A0C4-A72171F210CA}" sibTransId="{7A5865C2-50B3-514A-96B3-A67C99CB1F81}"/>
    <dgm:cxn modelId="{98BD4CBD-D357-AF4A-9F38-B894F379D558}" type="presOf" srcId="{DE60A2CD-8554-1844-B7CB-59075A9E10B8}" destId="{D5412979-5F6C-5947-BC74-9476567B3D52}" srcOrd="0" destOrd="0" presId="urn:microsoft.com/office/officeart/2005/8/layout/hProcess9"/>
    <dgm:cxn modelId="{5056A1E3-5454-374D-82BD-359BE917F725}" srcId="{DE60A2CD-8554-1844-B7CB-59075A9E10B8}" destId="{ECA9A0B5-0437-1C44-B8FE-A55CD60C5D4F}" srcOrd="1" destOrd="0" parTransId="{EAE2DE5F-D29B-1544-B2FE-9F714DF69D89}" sibTransId="{FCB57CEC-DFFE-3843-9565-3CA3F207EB55}"/>
    <dgm:cxn modelId="{FA992FE4-4E69-044B-9527-D0356505DBD0}" type="presOf" srcId="{685BF294-E0E8-8A45-BCFE-A34EFCFD4895}" destId="{0640CA57-F03F-594D-A8A7-70C89539CF84}" srcOrd="0" destOrd="0" presId="urn:microsoft.com/office/officeart/2005/8/layout/hProcess9"/>
    <dgm:cxn modelId="{9DF4C4EB-A5D0-D746-8E71-135FD507A34E}" type="presOf" srcId="{ECA9A0B5-0437-1C44-B8FE-A55CD60C5D4F}" destId="{42939D6C-047B-344A-9BFD-F632DABE4706}" srcOrd="0" destOrd="0" presId="urn:microsoft.com/office/officeart/2005/8/layout/hProcess9"/>
    <dgm:cxn modelId="{2662F00F-D0F7-3748-8E2C-8380F3466F42}" type="presParOf" srcId="{D5412979-5F6C-5947-BC74-9476567B3D52}" destId="{DE364ABB-1410-F44C-8D52-FCDFDC36271D}" srcOrd="0" destOrd="0" presId="urn:microsoft.com/office/officeart/2005/8/layout/hProcess9"/>
    <dgm:cxn modelId="{04D55F08-E07A-F64E-B00E-03E9D5E971A7}" type="presParOf" srcId="{D5412979-5F6C-5947-BC74-9476567B3D52}" destId="{A5E69128-33FB-594E-AD01-7FB74B3EBA54}" srcOrd="1" destOrd="0" presId="urn:microsoft.com/office/officeart/2005/8/layout/hProcess9"/>
    <dgm:cxn modelId="{A13FFA74-0DF4-2F44-8EAE-97FA3418D3E0}" type="presParOf" srcId="{A5E69128-33FB-594E-AD01-7FB74B3EBA54}" destId="{0640CA57-F03F-594D-A8A7-70C89539CF84}" srcOrd="0" destOrd="0" presId="urn:microsoft.com/office/officeart/2005/8/layout/hProcess9"/>
    <dgm:cxn modelId="{2F410AF0-64B1-4144-A8DD-2B0B7B24FA91}" type="presParOf" srcId="{A5E69128-33FB-594E-AD01-7FB74B3EBA54}" destId="{5790D802-C2E7-EC41-9615-F9134A3FB9EB}" srcOrd="1" destOrd="0" presId="urn:microsoft.com/office/officeart/2005/8/layout/hProcess9"/>
    <dgm:cxn modelId="{6EE3323E-B895-FE48-8BBA-FBF333505F83}" type="presParOf" srcId="{A5E69128-33FB-594E-AD01-7FB74B3EBA54}" destId="{42939D6C-047B-344A-9BFD-F632DABE4706}" srcOrd="2"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364ABB-1410-F44C-8D52-FCDFDC36271D}">
      <dsp:nvSpPr>
        <dsp:cNvPr id="0" name=""/>
        <dsp:cNvSpPr/>
      </dsp:nvSpPr>
      <dsp:spPr>
        <a:xfrm>
          <a:off x="1838552" y="980297"/>
          <a:ext cx="3771914" cy="2001401"/>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40CA57-F03F-594D-A8A7-70C89539CF84}">
      <dsp:nvSpPr>
        <dsp:cNvPr id="0" name=""/>
        <dsp:cNvSpPr/>
      </dsp:nvSpPr>
      <dsp:spPr>
        <a:xfrm>
          <a:off x="0" y="1207068"/>
          <a:ext cx="2933700" cy="1578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Cause</a:t>
          </a:r>
        </a:p>
        <a:p>
          <a:pPr marL="0" lvl="0" indent="0" algn="ctr" defTabSz="1511300">
            <a:lnSpc>
              <a:spcPct val="90000"/>
            </a:lnSpc>
            <a:spcBef>
              <a:spcPct val="0"/>
            </a:spcBef>
            <a:spcAft>
              <a:spcPct val="35000"/>
            </a:spcAft>
            <a:buNone/>
          </a:pPr>
          <a:r>
            <a:rPr lang="en-US" sz="3400" kern="1200" dirty="0"/>
            <a:t>(Explanatory)</a:t>
          </a:r>
        </a:p>
      </dsp:txBody>
      <dsp:txXfrm>
        <a:off x="77061" y="1284129"/>
        <a:ext cx="2779578" cy="1424488"/>
      </dsp:txXfrm>
    </dsp:sp>
    <dsp:sp modelId="{42939D6C-047B-344A-9BFD-F632DABE4706}">
      <dsp:nvSpPr>
        <dsp:cNvPr id="0" name=""/>
        <dsp:cNvSpPr/>
      </dsp:nvSpPr>
      <dsp:spPr>
        <a:xfrm>
          <a:off x="5600699" y="1222964"/>
          <a:ext cx="2933700" cy="15786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Effect</a:t>
          </a:r>
        </a:p>
        <a:p>
          <a:pPr marL="0" lvl="0" indent="0" algn="ctr" defTabSz="1511300">
            <a:lnSpc>
              <a:spcPct val="90000"/>
            </a:lnSpc>
            <a:spcBef>
              <a:spcPct val="0"/>
            </a:spcBef>
            <a:spcAft>
              <a:spcPct val="35000"/>
            </a:spcAft>
            <a:buNone/>
          </a:pPr>
          <a:r>
            <a:rPr lang="en-US" sz="3400" kern="1200" dirty="0"/>
            <a:t>(Response)</a:t>
          </a:r>
        </a:p>
      </dsp:txBody>
      <dsp:txXfrm>
        <a:off x="5677760" y="1300025"/>
        <a:ext cx="2779578" cy="142448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E194C1A8-DC4B-4329-AF88-FD913597DE85}" type="datetimeFigureOut">
              <a:rPr lang="en-US" smtClean="0"/>
              <a:pPr/>
              <a:t>3/19/26</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A8073E54-D085-4E2E-B9A5-A53D7E51940E}" type="slidenum">
              <a:rPr lang="en-US" smtClean="0"/>
              <a:pPr/>
              <a:t>‹#›</a:t>
            </a:fld>
            <a:endParaRPr lang="en-US" dirty="0"/>
          </a:p>
        </p:txBody>
      </p:sp>
    </p:spTree>
    <p:extLst>
      <p:ext uri="{BB962C8B-B14F-4D97-AF65-F5344CB8AC3E}">
        <p14:creationId xmlns:p14="http://schemas.microsoft.com/office/powerpoint/2010/main" val="263075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t>1</a:t>
            </a:fld>
            <a:endParaRPr lang="en-US" dirty="0"/>
          </a:p>
        </p:txBody>
      </p:sp>
    </p:spTree>
    <p:extLst>
      <p:ext uri="{BB962C8B-B14F-4D97-AF65-F5344CB8AC3E}">
        <p14:creationId xmlns:p14="http://schemas.microsoft.com/office/powerpoint/2010/main" val="26783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8073E54-D085-4E2E-B9A5-A53D7E51940E}" type="slidenum">
              <a:rPr lang="en-US" smtClean="0"/>
              <a:pPr/>
              <a:t>13</a:t>
            </a:fld>
            <a:endParaRPr lang="en-US" dirty="0"/>
          </a:p>
        </p:txBody>
      </p:sp>
    </p:spTree>
    <p:extLst>
      <p:ext uri="{BB962C8B-B14F-4D97-AF65-F5344CB8AC3E}">
        <p14:creationId xmlns:p14="http://schemas.microsoft.com/office/powerpoint/2010/main" val="3595993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828800"/>
            <a:ext cx="8839200" cy="4572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419600"/>
            <a:ext cx="8839200" cy="22860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Tree>
    <p:extLst>
      <p:ext uri="{BB962C8B-B14F-4D97-AF65-F5344CB8AC3E}">
        <p14:creationId xmlns:p14="http://schemas.microsoft.com/office/powerpoint/2010/main" val="826372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pener: Version B">
    <p:spTree>
      <p:nvGrpSpPr>
        <p:cNvPr id="1" name=""/>
        <p:cNvGrpSpPr/>
        <p:nvPr/>
      </p:nvGrpSpPr>
      <p:grpSpPr>
        <a:xfrm>
          <a:off x="0" y="0"/>
          <a:ext cx="0" cy="0"/>
          <a:chOff x="0" y="0"/>
          <a:chExt cx="0" cy="0"/>
        </a:xfrm>
      </p:grpSpPr>
      <p:sp>
        <p:nvSpPr>
          <p:cNvPr id="13" name="CN"/>
          <p:cNvSpPr>
            <a:spLocks noGrp="1"/>
          </p:cNvSpPr>
          <p:nvPr>
            <p:ph sz="quarter" idx="19" hasCustomPrompt="1"/>
          </p:nvPr>
        </p:nvSpPr>
        <p:spPr>
          <a:xfrm>
            <a:off x="152400" y="228600"/>
            <a:ext cx="8839200" cy="533400"/>
          </a:xfrm>
          <a:prstGeom prst="rect">
            <a:avLst/>
          </a:prstGeom>
        </p:spPr>
        <p:txBody>
          <a:bodyPr/>
          <a:lstStyle>
            <a:lvl1pPr marL="0" indent="0" algn="ctr">
              <a:buNone/>
              <a:defRPr sz="4000" b="1" i="0" baseline="0">
                <a:solidFill>
                  <a:schemeClr val="accent1"/>
                </a:solidFill>
                <a:latin typeface="Times New Roman" charset="0"/>
                <a:ea typeface="Times New Roman" charset="0"/>
                <a:cs typeface="Times New Roman" charset="0"/>
              </a:defRPr>
            </a:lvl1pPr>
          </a:lstStyle>
          <a:p>
            <a:pPr lvl="0"/>
            <a:r>
              <a:rPr lang="en-US" dirty="0"/>
              <a:t>Chapter 1</a:t>
            </a:r>
          </a:p>
        </p:txBody>
      </p:sp>
      <p:sp>
        <p:nvSpPr>
          <p:cNvPr id="14" name="CT"/>
          <p:cNvSpPr>
            <a:spLocks noGrp="1"/>
          </p:cNvSpPr>
          <p:nvPr>
            <p:ph sz="quarter" idx="20" hasCustomPrompt="1"/>
          </p:nvPr>
        </p:nvSpPr>
        <p:spPr>
          <a:xfrm>
            <a:off x="152400" y="838200"/>
            <a:ext cx="8839200" cy="22098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8" name="Title "/>
          <p:cNvSpPr>
            <a:spLocks noGrp="1"/>
          </p:cNvSpPr>
          <p:nvPr>
            <p:ph type="title" hasCustomPrompt="1"/>
          </p:nvPr>
        </p:nvSpPr>
        <p:spPr>
          <a:xfrm>
            <a:off x="152400" y="3505200"/>
            <a:ext cx="8839200" cy="1447800"/>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15" name="Edition"/>
          <p:cNvSpPr>
            <a:spLocks noGrp="1"/>
          </p:cNvSpPr>
          <p:nvPr>
            <p:ph sz="quarter" idx="17" hasCustomPrompt="1"/>
          </p:nvPr>
        </p:nvSpPr>
        <p:spPr>
          <a:xfrm>
            <a:off x="152400" y="5029200"/>
            <a:ext cx="8839200" cy="762000"/>
          </a:xfrm>
          <a:prstGeom prst="rect">
            <a:avLst/>
          </a:prstGeom>
        </p:spPr>
        <p:txBody>
          <a:bodyPr/>
          <a:lstStyle>
            <a:lvl1pPr marL="0" indent="0" algn="ctr">
              <a:buNone/>
              <a:defRPr sz="2900" b="1" i="0" baseline="0">
                <a:latin typeface="Times New Roman" charset="0"/>
                <a:ea typeface="Times New Roman" charset="0"/>
                <a:cs typeface="Times New Roman" charset="0"/>
              </a:defRPr>
            </a:lvl1pPr>
          </a:lstStyle>
          <a:p>
            <a:pPr lvl="0"/>
            <a:r>
              <a:rPr lang="en-US" dirty="0"/>
              <a:t>Third Edition</a:t>
            </a:r>
          </a:p>
        </p:txBody>
      </p:sp>
      <p:sp>
        <p:nvSpPr>
          <p:cNvPr id="16" name="Author"/>
          <p:cNvSpPr>
            <a:spLocks noGrp="1"/>
          </p:cNvSpPr>
          <p:nvPr>
            <p:ph sz="quarter" idx="18" hasCustomPrompt="1"/>
          </p:nvPr>
        </p:nvSpPr>
        <p:spPr>
          <a:xfrm>
            <a:off x="152400" y="6096000"/>
            <a:ext cx="8839200" cy="533400"/>
          </a:xfrm>
          <a:prstGeom prst="rect">
            <a:avLst/>
          </a:prstGeom>
        </p:spPr>
        <p:txBody>
          <a:bodyPr/>
          <a:lstStyle>
            <a:lvl1pPr marL="0" indent="0" algn="ctr">
              <a:buNone/>
              <a:defRPr b="0" i="0" baseline="0">
                <a:solidFill>
                  <a:schemeClr val="accent2"/>
                </a:solidFill>
                <a:latin typeface="STIX" charset="0"/>
                <a:ea typeface="STIX" charset="0"/>
                <a:cs typeface="STIX" charset="0"/>
              </a:defRPr>
            </a:lvl1pPr>
          </a:lstStyle>
          <a:p>
            <a:pPr lvl="0"/>
            <a:r>
              <a:rPr lang="en-US" dirty="0"/>
              <a:t>David Klein</a:t>
            </a:r>
          </a:p>
        </p:txBody>
      </p:sp>
    </p:spTree>
    <p:extLst>
      <p:ext uri="{BB962C8B-B14F-4D97-AF65-F5344CB8AC3E}">
        <p14:creationId xmlns:p14="http://schemas.microsoft.com/office/powerpoint/2010/main" val="1064232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Opener: Version A">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152400" y="365125"/>
            <a:ext cx="8839200" cy="1387475"/>
          </a:xfrm>
          <a:prstGeom prst="rect">
            <a:avLst/>
          </a:prstGeom>
        </p:spPr>
        <p:txBody>
          <a:bodyPr anchor="b"/>
          <a:lstStyle>
            <a:lvl1pPr>
              <a:defRPr sz="6200" b="0" i="0" baseline="0">
                <a:latin typeface="Times New Roman" charset="0"/>
                <a:ea typeface="Times New Roman" charset="0"/>
                <a:cs typeface="Times New Roman" charset="0"/>
              </a:defRPr>
            </a:lvl1pPr>
          </a:lstStyle>
          <a:p>
            <a:r>
              <a:rPr lang="en-US" dirty="0"/>
              <a:t>Click to Edit Book Title</a:t>
            </a:r>
          </a:p>
        </p:txBody>
      </p:sp>
      <p:sp>
        <p:nvSpPr>
          <p:cNvPr id="3" name="Edition"/>
          <p:cNvSpPr>
            <a:spLocks noGrp="1"/>
          </p:cNvSpPr>
          <p:nvPr>
            <p:ph sz="quarter" idx="21" hasCustomPrompt="1"/>
          </p:nvPr>
        </p:nvSpPr>
        <p:spPr>
          <a:xfrm>
            <a:off x="152400" y="1755648"/>
            <a:ext cx="8839200" cy="609600"/>
          </a:xfrm>
          <a:prstGeom prst="rect">
            <a:avLst/>
          </a:prstGeom>
        </p:spPr>
        <p:txBody>
          <a:bodyPr/>
          <a:lstStyle>
            <a:lvl1pPr marL="0" indent="0" algn="ctr">
              <a:buNone/>
              <a:defRPr sz="2900" b="1" i="0">
                <a:latin typeface="Times New Roman" charset="0"/>
                <a:ea typeface="Times New Roman" charset="0"/>
                <a:cs typeface="Times New Roman" charset="0"/>
              </a:defRPr>
            </a:lvl1pPr>
            <a:lvl2pPr marL="457200" indent="0" algn="ctr">
              <a:buNone/>
              <a:defRPr b="1" i="0">
                <a:latin typeface="Times New Roman" charset="0"/>
                <a:ea typeface="Times New Roman" charset="0"/>
                <a:cs typeface="Times New Roman" charset="0"/>
              </a:defRPr>
            </a:lvl2pPr>
            <a:lvl3pPr marL="914400" indent="0" algn="ctr">
              <a:buNone/>
              <a:defRPr b="1" i="0">
                <a:latin typeface="Times New Roman" charset="0"/>
                <a:ea typeface="Times New Roman" charset="0"/>
                <a:cs typeface="Times New Roman" charset="0"/>
              </a:defRPr>
            </a:lvl3pPr>
            <a:lvl4pPr marL="1371600" indent="0" algn="ctr">
              <a:buNone/>
              <a:defRPr b="1" i="0">
                <a:latin typeface="Times New Roman" charset="0"/>
                <a:ea typeface="Times New Roman" charset="0"/>
                <a:cs typeface="Times New Roman" charset="0"/>
              </a:defRPr>
            </a:lvl4pPr>
            <a:lvl5pPr marL="1828800" indent="0" algn="ctr">
              <a:buNone/>
              <a:defRPr b="1" i="0">
                <a:latin typeface="Times New Roman" charset="0"/>
                <a:ea typeface="Times New Roman" charset="0"/>
                <a:cs typeface="Times New Roman" charset="0"/>
              </a:defRPr>
            </a:lvl5pPr>
          </a:lstStyle>
          <a:p>
            <a:pPr lvl="0"/>
            <a:r>
              <a:rPr lang="en-US" dirty="0"/>
              <a:t>Third Edition</a:t>
            </a:r>
          </a:p>
        </p:txBody>
      </p:sp>
      <p:sp>
        <p:nvSpPr>
          <p:cNvPr id="5" name="Author"/>
          <p:cNvSpPr>
            <a:spLocks noGrp="1"/>
          </p:cNvSpPr>
          <p:nvPr>
            <p:ph sz="quarter" idx="22" hasCustomPrompt="1"/>
          </p:nvPr>
        </p:nvSpPr>
        <p:spPr>
          <a:xfrm>
            <a:off x="152400" y="2363724"/>
            <a:ext cx="8839200" cy="685800"/>
          </a:xfrm>
          <a:prstGeom prst="rect">
            <a:avLst/>
          </a:prstGeom>
        </p:spPr>
        <p:txBody>
          <a:bodyPr/>
          <a:lstStyle>
            <a:lvl1pPr marL="0" indent="0" algn="ctr">
              <a:buNone/>
              <a:defRPr b="0" i="0">
                <a:solidFill>
                  <a:schemeClr val="accent2"/>
                </a:solidFill>
                <a:latin typeface="Times New Roman" charset="0"/>
                <a:ea typeface="Times New Roman" charset="0"/>
                <a:cs typeface="Times New Roman" charset="0"/>
              </a:defRPr>
            </a:lvl1pPr>
          </a:lstStyle>
          <a:p>
            <a:pPr lvl="0"/>
            <a:r>
              <a:rPr lang="en-US" dirty="0"/>
              <a:t>David Klein</a:t>
            </a:r>
          </a:p>
        </p:txBody>
      </p:sp>
      <p:sp>
        <p:nvSpPr>
          <p:cNvPr id="29" name="CN"/>
          <p:cNvSpPr>
            <a:spLocks noGrp="1"/>
          </p:cNvSpPr>
          <p:nvPr>
            <p:ph sz="quarter" idx="19" hasCustomPrompt="1"/>
          </p:nvPr>
        </p:nvSpPr>
        <p:spPr>
          <a:xfrm>
            <a:off x="152400" y="3733800"/>
            <a:ext cx="8839200" cy="533400"/>
          </a:xfrm>
          <a:prstGeom prst="rect">
            <a:avLst/>
          </a:prstGeom>
        </p:spPr>
        <p:txBody>
          <a:bodyPr/>
          <a:lstStyle>
            <a:lvl1pPr marL="0" indent="0" algn="ctr">
              <a:buNone/>
              <a:defRPr sz="4000" b="1" i="0" baseline="0">
                <a:solidFill>
                  <a:srgbClr val="007787"/>
                </a:solidFill>
                <a:latin typeface="Times New Roman" charset="0"/>
                <a:ea typeface="Times New Roman" charset="0"/>
                <a:cs typeface="Times New Roman" charset="0"/>
              </a:defRPr>
            </a:lvl1pPr>
          </a:lstStyle>
          <a:p>
            <a:pPr lvl="0"/>
            <a:r>
              <a:rPr lang="en-US" dirty="0"/>
              <a:t>Chapter 1</a:t>
            </a:r>
          </a:p>
        </p:txBody>
      </p:sp>
      <p:sp>
        <p:nvSpPr>
          <p:cNvPr id="31" name="CT"/>
          <p:cNvSpPr>
            <a:spLocks noGrp="1"/>
          </p:cNvSpPr>
          <p:nvPr>
            <p:ph sz="quarter" idx="20" hasCustomPrompt="1"/>
          </p:nvPr>
        </p:nvSpPr>
        <p:spPr>
          <a:xfrm>
            <a:off x="152400" y="4267200"/>
            <a:ext cx="8839200" cy="2438400"/>
          </a:xfrm>
          <a:prstGeom prst="rect">
            <a:avLst/>
          </a:prstGeom>
        </p:spPr>
        <p:txBody>
          <a:bodyPr anchor="ctr"/>
          <a:lstStyle>
            <a:lvl1pPr marL="0" indent="0" algn="ctr">
              <a:buNone/>
              <a:defRPr sz="3800" b="0" i="0">
                <a:latin typeface="Times New Roman" charset="0"/>
                <a:ea typeface="Times New Roman" charset="0"/>
                <a:cs typeface="Times New Roman" charset="0"/>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Click to Edit Chapter Title</a:t>
            </a:r>
          </a:p>
        </p:txBody>
      </p:sp>
      <p:sp>
        <p:nvSpPr>
          <p:cNvPr id="4" name="Content Placeholder 3"/>
          <p:cNvSpPr>
            <a:spLocks noGrp="1"/>
          </p:cNvSpPr>
          <p:nvPr>
            <p:ph sz="quarter" idx="23" hasCustomPrompt="1"/>
          </p:nvPr>
        </p:nvSpPr>
        <p:spPr>
          <a:xfrm>
            <a:off x="1568918" y="6248400"/>
            <a:ext cx="6584482" cy="457200"/>
          </a:xfrm>
          <a:prstGeom prst="rect">
            <a:avLst/>
          </a:prstGeom>
        </p:spPr>
        <p:txBody>
          <a:bodyPr/>
          <a:lstStyle>
            <a:lvl1pPr marL="0" indent="0">
              <a:buNone/>
              <a:defRPr/>
            </a:lvl1pPr>
          </a:lstStyle>
          <a:p>
            <a:pPr lvl="0"/>
            <a:r>
              <a:rPr lang="en-US" dirty="0"/>
              <a:t>Copyright ©2019 John Wiley &amp; Sons, Inc.</a:t>
            </a:r>
          </a:p>
        </p:txBody>
      </p:sp>
      <p:sp>
        <p:nvSpPr>
          <p:cNvPr id="6" name="Content Placeholder 5"/>
          <p:cNvSpPr>
            <a:spLocks noGrp="1"/>
          </p:cNvSpPr>
          <p:nvPr>
            <p:ph sz="quarter" idx="24"/>
          </p:nvPr>
        </p:nvSpPr>
        <p:spPr>
          <a:xfrm>
            <a:off x="152400" y="6092825"/>
            <a:ext cx="8839200" cy="27305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35700189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pter Outline: Version A">
    <p:spTree>
      <p:nvGrpSpPr>
        <p:cNvPr id="1" name=""/>
        <p:cNvGrpSpPr/>
        <p:nvPr/>
      </p:nvGrpSpPr>
      <p:grpSpPr>
        <a:xfrm>
          <a:off x="0" y="0"/>
          <a:ext cx="0" cy="0"/>
          <a:chOff x="0" y="0"/>
          <a:chExt cx="0" cy="0"/>
        </a:xfrm>
      </p:grpSpPr>
      <p:sp>
        <p:nvSpPr>
          <p:cNvPr id="2"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3" name="COBBL"/>
          <p:cNvSpPr>
            <a:spLocks noGrp="1"/>
          </p:cNvSpPr>
          <p:nvPr>
            <p:ph sz="quarter" idx="10" hasCustomPrompt="1"/>
          </p:nvPr>
        </p:nvSpPr>
        <p:spPr>
          <a:xfrm>
            <a:off x="304800" y="1752600"/>
            <a:ext cx="8534400" cy="4495800"/>
          </a:xfrm>
          <a:prstGeom prst="rect">
            <a:avLst/>
          </a:prstGeom>
        </p:spPr>
        <p:txBody>
          <a:bodyPr/>
          <a:lstStyle>
            <a:lvl1pPr marL="295275" indent="-295275">
              <a:buClr>
                <a:schemeClr val="accent2"/>
              </a:buCl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Bulleted</a:t>
            </a:r>
          </a:p>
          <a:p>
            <a:pPr lvl="0"/>
            <a:r>
              <a:rPr lang="en-US" dirty="0"/>
              <a:t>The Outline Slide Has a Footer</a:t>
            </a:r>
          </a:p>
          <a:p>
            <a:pPr lvl="0"/>
            <a:r>
              <a:rPr lang="en-US" dirty="0"/>
              <a:t>Outline Items Usually Have No Ending Punctuation</a:t>
            </a:r>
          </a:p>
        </p:txBody>
      </p:sp>
      <p:sp>
        <p:nvSpPr>
          <p:cNvPr id="4" name="Slide Number Placeholder 3"/>
          <p:cNvSpPr>
            <a:spLocks noGrp="1"/>
          </p:cNvSpPr>
          <p:nvPr>
            <p:ph type="sldNum" sz="quarter" idx="12"/>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866936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pter Outline: Version B">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BL 2-col"/>
          <p:cNvSpPr>
            <a:spLocks noGrp="1"/>
          </p:cNvSpPr>
          <p:nvPr>
            <p:ph sz="quarter" idx="12" hasCustomPrompt="1"/>
          </p:nvPr>
        </p:nvSpPr>
        <p:spPr>
          <a:xfrm>
            <a:off x="304800" y="1752600"/>
            <a:ext cx="8534400" cy="4419600"/>
          </a:xfrm>
          <a:prstGeom prst="rect">
            <a:avLst/>
          </a:prstGeom>
        </p:spPr>
        <p:txBody>
          <a:bodyPr numCol="2" spcCol="548640"/>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Two-Column</a:t>
            </a:r>
          </a:p>
          <a:p>
            <a:pPr lvl="0"/>
            <a:r>
              <a:rPr lang="en-US" dirty="0"/>
              <a:t>This Outline Has No Sub-lists</a:t>
            </a:r>
          </a:p>
          <a:p>
            <a:pPr lvl="0"/>
            <a:r>
              <a:rPr lang="en-US" dirty="0"/>
              <a:t>This List Is Bulleted</a:t>
            </a:r>
          </a:p>
          <a:p>
            <a:pPr lvl="0"/>
            <a:r>
              <a:rPr lang="en-US" dirty="0"/>
              <a:t>The Outline Slide Has A Footer</a:t>
            </a:r>
          </a:p>
          <a:p>
            <a:pPr lvl="0"/>
            <a:r>
              <a:rPr lang="en-US" dirty="0"/>
              <a:t>Outline Items Usually Have No Ending Punctuation</a:t>
            </a:r>
          </a:p>
          <a:p>
            <a:pPr lvl="0"/>
            <a:r>
              <a:rPr lang="en-US" dirty="0"/>
              <a:t>This is Another Heading</a:t>
            </a:r>
          </a:p>
          <a:p>
            <a:pPr lvl="0"/>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a:p>
            <a:pPr marL="292608" marR="0" lvl="0" indent="-292608" algn="l" defTabSz="914400" rtl="0" eaLnBrk="1" fontAlgn="auto" latinLnBrk="0" hangingPunct="1">
              <a:lnSpc>
                <a:spcPct val="90000"/>
              </a:lnSpc>
              <a:spcBef>
                <a:spcPts val="1000"/>
              </a:spcBef>
              <a:spcAft>
                <a:spcPts val="0"/>
              </a:spcAft>
              <a:buClr>
                <a:schemeClr val="accent2"/>
              </a:buClr>
              <a:buSzTx/>
              <a:buFont typeface="Arial"/>
              <a:buChar char="•"/>
              <a:tabLst/>
              <a:defRPr/>
            </a:pPr>
            <a:r>
              <a:rPr lang="en-US" dirty="0"/>
              <a:t>This is Another Heading</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993600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pter Outline: Version C1 (single#)">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2"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One-Column</a:t>
            </a:r>
          </a:p>
          <a:p>
            <a:pPr lvl="0"/>
            <a:r>
              <a:rPr lang="en-US" dirty="0"/>
              <a:t>It Is One-Column Only</a:t>
            </a:r>
          </a:p>
          <a:p>
            <a:pPr lvl="0"/>
            <a:r>
              <a:rPr lang="en-US" dirty="0"/>
              <a:t>This Outline Has H1 Headings Only</a:t>
            </a:r>
          </a:p>
          <a:p>
            <a:pPr lvl="0"/>
            <a:r>
              <a:rPr lang="en-US" dirty="0"/>
              <a:t>The Headings Are in Title Case, Matching the </a:t>
            </a:r>
            <a:r>
              <a:rPr lang="en-US" dirty="0" err="1"/>
              <a:t>eText</a:t>
            </a:r>
            <a:r>
              <a:rPr lang="en-US" dirty="0"/>
              <a:t>; This Can Vary by Title</a:t>
            </a:r>
          </a:p>
          <a:p>
            <a:pPr lvl="0"/>
            <a:r>
              <a:rPr lang="en-US" dirty="0"/>
              <a:t>This List Is Numbered</a:t>
            </a:r>
          </a:p>
          <a:p>
            <a:pPr lvl="0"/>
            <a:r>
              <a:rPr lang="en-US" dirty="0"/>
              <a:t>The Outline Slide Has a Footer</a:t>
            </a:r>
          </a:p>
          <a:p>
            <a:pPr lvl="0"/>
            <a:r>
              <a:rPr lang="en-US" dirty="0"/>
              <a:t>Outline Items Usually Have No Ending Punctuation</a:t>
            </a:r>
          </a:p>
        </p:txBody>
      </p:sp>
      <p:sp>
        <p:nvSpPr>
          <p:cNvPr id="7" name="Slide Number Placeholder 6"/>
          <p:cNvSpPr>
            <a:spLocks noGrp="1"/>
          </p:cNvSpPr>
          <p:nvPr>
            <p:ph type="sldNum" sz="quarter" idx="14"/>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3"/>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786427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Outline: Version C2 (double#)">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10" name="COBNL"/>
          <p:cNvSpPr>
            <a:spLocks noGrp="1"/>
          </p:cNvSpPr>
          <p:nvPr>
            <p:ph sz="quarter" idx="14" hasCustomPrompt="1"/>
          </p:nvPr>
        </p:nvSpPr>
        <p:spPr>
          <a:xfrm>
            <a:off x="304800" y="1752600"/>
            <a:ext cx="8534400" cy="41148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stStyle>
          <a:p>
            <a:pPr lvl="0"/>
            <a:r>
              <a:rPr lang="en-US" dirty="0"/>
              <a:t>1.1	This Is a Sample Outline for One-Column and Double-numbered</a:t>
            </a:r>
          </a:p>
          <a:p>
            <a:pPr lvl="0"/>
            <a:r>
              <a:rPr lang="en-US" dirty="0"/>
              <a:t>1.2	It is One-column Only</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10.6	Outline Items Usually Have No Ending Punctuation</a:t>
            </a:r>
          </a:p>
        </p:txBody>
      </p:sp>
      <p:sp>
        <p:nvSpPr>
          <p:cNvPr id="8" name="Slide Number Placeholder 7"/>
          <p:cNvSpPr>
            <a:spLocks noGrp="1"/>
          </p:cNvSpPr>
          <p:nvPr>
            <p:ph type="sldNum" sz="quarter" idx="16"/>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2" name="Footer Placeholder 1"/>
          <p:cNvSpPr>
            <a:spLocks noGrp="1"/>
          </p:cNvSpPr>
          <p:nvPr>
            <p:ph type="ftr" sz="quarter" idx="15"/>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123572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Outline: Version D">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8" name="COBBL"/>
          <p:cNvSpPr>
            <a:spLocks noGrp="1"/>
          </p:cNvSpPr>
          <p:nvPr>
            <p:ph sz="quarter" idx="12" hasCustomPrompt="1"/>
          </p:nvPr>
        </p:nvSpPr>
        <p:spPr>
          <a:xfrm>
            <a:off x="304800" y="1752600"/>
            <a:ext cx="8534400" cy="4495800"/>
          </a:xfrm>
          <a:prstGeom prst="rect">
            <a:avLst/>
          </a:prstGeom>
        </p:spPr>
        <p:txBody>
          <a:bodyPr/>
          <a:lstStyle>
            <a:lvl1pPr marL="292608" marR="0" indent="-292608" algn="l" defTabSz="914400" rtl="0" eaLnBrk="1" fontAlgn="auto" latinLnBrk="0" hangingPunct="1">
              <a:lnSpc>
                <a:spcPct val="90000"/>
              </a:lnSpc>
              <a:spcBef>
                <a:spcPts val="1000"/>
              </a:spcBef>
              <a:spcAft>
                <a:spcPts val="0"/>
              </a:spcAft>
              <a:buClr>
                <a:schemeClr val="accent2"/>
              </a:buClr>
              <a:buSzTx/>
              <a:buFont typeface="Arial"/>
              <a:buChar char="•"/>
              <a:tabLst/>
              <a:defRPr sz="2800" b="0" i="0" baseline="0">
                <a:latin typeface="Times New Roman" charset="0"/>
                <a:ea typeface="Times New Roman" charset="0"/>
                <a:cs typeface="Times New Roman" charset="0"/>
              </a:defRPr>
            </a:lvl1pPr>
            <a:lvl2pPr marL="621792" marR="0" indent="-320040" algn="l" defTabSz="914400" rtl="0" eaLnBrk="1" fontAlgn="auto" latinLnBrk="0" hangingPunct="1">
              <a:lnSpc>
                <a:spcPct val="90000"/>
              </a:lnSpc>
              <a:spcBef>
                <a:spcPts val="500"/>
              </a:spcBef>
              <a:spcAft>
                <a:spcPts val="0"/>
              </a:spcAft>
              <a:buClr>
                <a:schemeClr val="accent2"/>
              </a:buClr>
              <a:buSzPct val="80000"/>
              <a:buFont typeface="Courier New" charset="0"/>
              <a:buChar char="o"/>
              <a:tabLst/>
              <a:defRPr sz="2400" b="0" i="0" baseline="0">
                <a:latin typeface="Times New Roman" charset="0"/>
                <a:ea typeface="Times New Roman" charset="0"/>
                <a:cs typeface="Times New Roman"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This Is a Sample Outline for 1-Column </a:t>
            </a:r>
          </a:p>
          <a:p>
            <a:pPr lvl="1"/>
            <a:r>
              <a:rPr lang="en-US" dirty="0"/>
              <a:t>It Has H2s</a:t>
            </a:r>
          </a:p>
          <a:p>
            <a:pPr lvl="0"/>
            <a:r>
              <a:rPr lang="en-US" dirty="0"/>
              <a:t>It Is One-column Only</a:t>
            </a:r>
          </a:p>
          <a:p>
            <a:pPr lvl="1"/>
            <a:r>
              <a:rPr lang="en-US" dirty="0"/>
              <a:t>It Will Probably Not Have Art</a:t>
            </a:r>
          </a:p>
          <a:p>
            <a:pPr lvl="0"/>
            <a:r>
              <a:rPr lang="en-US" dirty="0"/>
              <a:t>This Is a Bulleted List</a:t>
            </a:r>
          </a:p>
          <a:p>
            <a:pPr lvl="1"/>
            <a:r>
              <a:rPr lang="en-US" dirty="0"/>
              <a:t>Make Sure That Any Links Included Here, for Any Reason, Have Descriptive Hyperlinks</a:t>
            </a:r>
          </a:p>
          <a:p>
            <a:pPr lvl="0"/>
            <a:r>
              <a:rPr lang="en-US" dirty="0"/>
              <a:t>Outline Items Usually Have No Ending Punctuation</a:t>
            </a:r>
          </a:p>
          <a:p>
            <a:pPr lvl="1"/>
            <a:r>
              <a:rPr lang="en-US" dirty="0"/>
              <a:t>There is a Footer</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837909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Outline: Version E1 (sing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a:lstStyle>
            <a:lvl1pPr marL="465138" indent="-465138">
              <a:buClr>
                <a:schemeClr val="accent2"/>
              </a:buClr>
              <a:buFont typeface="+mj-lt"/>
              <a:buAutoNum type="arabicPeriod"/>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for One-Column and single number</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263432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Outline: Version E2 (double#)">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343400"/>
          </a:xfrm>
          <a:prstGeom prst="rect">
            <a:avLst/>
          </a:prstGeom>
        </p:spPr>
        <p:txBody>
          <a:bodyPr/>
          <a:lstStyle>
            <a:lvl1pPr marL="803275" indent="-803275">
              <a:buNone/>
              <a:tabLst/>
              <a:defRPr sz="2800" b="0" i="0" baseline="0">
                <a:latin typeface="Times New Roman" charset="0"/>
                <a:ea typeface="Times New Roman" charset="0"/>
                <a:cs typeface="Times New Roman" charset="0"/>
              </a:defRPr>
            </a:lvl1pPr>
            <a:lvl2pPr marL="1143000" indent="-292608">
              <a:buClr>
                <a:schemeClr val="accent2"/>
              </a:buClr>
              <a:defRPr sz="2400" b="0" i="0" baseline="0">
                <a:latin typeface="Times New Roman" charset="0"/>
                <a:ea typeface="Times New Roman" charset="0"/>
                <a:cs typeface="Times New Roman" charset="0"/>
              </a:defRPr>
            </a:lvl2pPr>
            <a:lvl3pPr marL="1143000" marR="0" indent="-292608"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1.1	This Is a Sample Outline for One-Column and Double-numbered</a:t>
            </a:r>
          </a:p>
          <a:p>
            <a:pPr lvl="1"/>
            <a:r>
              <a:rPr lang="en-US" dirty="0"/>
              <a:t>The H2 Level Does Not Have a Number</a:t>
            </a:r>
          </a:p>
          <a:p>
            <a:pPr lvl="2"/>
            <a:r>
              <a:rPr lang="en-US" dirty="0"/>
              <a:t>One of the Subheadings May Be a Special Feature </a:t>
            </a:r>
          </a:p>
          <a:p>
            <a:pPr lvl="0"/>
            <a:r>
              <a:rPr lang="en-US" dirty="0"/>
              <a:t>10.2	This Outline Has Two Levels</a:t>
            </a:r>
          </a:p>
          <a:p>
            <a:pPr lvl="1"/>
            <a:r>
              <a:rPr lang="en-US" dirty="0"/>
              <a:t>Outline Items Usually Have No Ending Punctuation</a:t>
            </a:r>
          </a:p>
          <a:p>
            <a:pPr lvl="2"/>
            <a:r>
              <a:rPr lang="en-US" dirty="0"/>
              <a:t>Special Feature </a:t>
            </a:r>
          </a:p>
        </p:txBody>
      </p:sp>
      <p:sp>
        <p:nvSpPr>
          <p:cNvPr id="4" name="Slide Number Placeholder 3"/>
          <p:cNvSpPr>
            <a:spLocks noGrp="1"/>
          </p:cNvSpPr>
          <p:nvPr>
            <p:ph type="sldNum" sz="quarter" idx="11"/>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3" name="Footer Placeholder 2"/>
          <p:cNvSpPr>
            <a:spLocks noGrp="1"/>
          </p:cNvSpPr>
          <p:nvPr>
            <p:ph type="ftr" sz="quarter" idx="10"/>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04265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hapter Outline: Version E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803275" indent="-282575">
              <a:buClr>
                <a:schemeClr val="accent2"/>
              </a:buClr>
              <a:tabLst/>
              <a:defRPr sz="2400" b="0" i="0" baseline="0">
                <a:latin typeface="Times New Roman" charset="0"/>
                <a:ea typeface="Times New Roman" charset="0"/>
                <a:cs typeface="Times New Roman" charset="0"/>
              </a:defRPr>
            </a:lvl2pPr>
            <a:lvl3pPr marL="803275" marR="0" indent="-282575" algn="l" defTabSz="914400" rtl="0" eaLnBrk="1" fontAlgn="auto" latinLnBrk="0" hangingPunct="1">
              <a:lnSpc>
                <a:spcPct val="90000"/>
              </a:lnSpc>
              <a:spcBef>
                <a:spcPts val="500"/>
              </a:spcBef>
              <a:spcAft>
                <a:spcPts val="0"/>
              </a:spcAft>
              <a:buClrTx/>
              <a:buSzTx/>
              <a:buFont typeface="Arial"/>
              <a:buChar char="•"/>
              <a:tabLst/>
              <a:defRPr sz="2400" b="0" i="0">
                <a:solidFill>
                  <a:schemeClr val="accent2"/>
                </a:solidFill>
                <a:latin typeface="Times New Roman" charset="0"/>
                <a:ea typeface="Times New Roman" charset="0"/>
                <a:cs typeface="Times New Roman" charset="0"/>
              </a:defRPr>
            </a:lvl3pPr>
          </a:lstStyle>
          <a:p>
            <a:pPr lvl="0"/>
            <a:r>
              <a:rPr lang="en-US" dirty="0"/>
              <a:t>This Is a Sample Outline with No Numbers and One-column</a:t>
            </a:r>
          </a:p>
          <a:p>
            <a:pPr lvl="1"/>
            <a:r>
              <a:rPr lang="en-US" dirty="0"/>
              <a:t>The H2 Level Does Not Have a Number</a:t>
            </a:r>
          </a:p>
          <a:p>
            <a:pPr lvl="2"/>
            <a:r>
              <a:rPr lang="en-US" dirty="0"/>
              <a:t>One of the Subheadings May Be a Special Feature  </a:t>
            </a:r>
          </a:p>
          <a:p>
            <a:pPr lvl="0"/>
            <a:r>
              <a:rPr lang="en-US" dirty="0"/>
              <a:t>This Outline Has Two Levels</a:t>
            </a:r>
          </a:p>
          <a:p>
            <a:pPr lvl="1"/>
            <a:r>
              <a:rPr lang="en-US" dirty="0"/>
              <a:t>Outline Items Usually Have No Ending Punctuation</a:t>
            </a:r>
          </a:p>
          <a:p>
            <a:pPr marL="803275" marR="0" lvl="2" indent="-282575" algn="l" defTabSz="914400" rtl="0" eaLnBrk="1" fontAlgn="auto" latinLnBrk="0" hangingPunct="1">
              <a:lnSpc>
                <a:spcPct val="90000"/>
              </a:lnSpc>
              <a:spcBef>
                <a:spcPts val="500"/>
              </a:spcBef>
              <a:spcAft>
                <a:spcPts val="0"/>
              </a:spcAft>
              <a:buClrTx/>
              <a:buSzTx/>
              <a:buFont typeface="Arial"/>
              <a:buChar char="•"/>
              <a:tabLst/>
              <a:defRPr/>
            </a:pPr>
            <a:r>
              <a:rPr lang="en-US" dirty="0"/>
              <a:t>Special Feature</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403783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hapter Outline: Version F1">
    <p:spTree>
      <p:nvGrpSpPr>
        <p:cNvPr id="1" name=""/>
        <p:cNvGrpSpPr/>
        <p:nvPr/>
      </p:nvGrpSpPr>
      <p:grpSpPr>
        <a:xfrm>
          <a:off x="0" y="0"/>
          <a:ext cx="0" cy="0"/>
          <a:chOff x="0" y="0"/>
          <a:chExt cx="0" cy="0"/>
        </a:xfrm>
      </p:grpSpPr>
      <p:sp>
        <p:nvSpPr>
          <p:cNvPr id="7"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
          <p:cNvSpPr>
            <a:spLocks noGrp="1"/>
          </p:cNvSpPr>
          <p:nvPr>
            <p:ph sz="quarter" idx="14" hasCustomPrompt="1"/>
          </p:nvPr>
        </p:nvSpPr>
        <p:spPr>
          <a:xfrm>
            <a:off x="304800" y="1752600"/>
            <a:ext cx="8534400" cy="4419600"/>
          </a:xfrm>
          <a:prstGeom prst="rect">
            <a:avLst/>
          </a:prstGeom>
        </p:spPr>
        <p:txBody>
          <a:bodyPr numCol="2"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and Double-numbered</a:t>
            </a:r>
          </a:p>
          <a:p>
            <a:pPr lvl="0"/>
            <a:r>
              <a:rPr lang="en-US" dirty="0"/>
              <a:t>1.2	It is Two-column </a:t>
            </a:r>
          </a:p>
          <a:p>
            <a:pPr lvl="0"/>
            <a:r>
              <a:rPr lang="en-US" dirty="0"/>
              <a:t>1.3	This Outline Has No Sub-lists</a:t>
            </a:r>
          </a:p>
          <a:p>
            <a:pPr lvl="0"/>
            <a:r>
              <a:rPr lang="en-US" dirty="0"/>
              <a:t>1.4	This List Is Double-numbered</a:t>
            </a:r>
          </a:p>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20518789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utline: Version F2 (2 text boxes)">
    <p:spTree>
      <p:nvGrpSpPr>
        <p:cNvPr id="1" name=""/>
        <p:cNvGrpSpPr/>
        <p:nvPr/>
      </p:nvGrpSpPr>
      <p:grpSpPr>
        <a:xfrm>
          <a:off x="0" y="0"/>
          <a:ext cx="0" cy="0"/>
          <a:chOff x="0" y="0"/>
          <a:chExt cx="0" cy="0"/>
        </a:xfrm>
      </p:grpSpPr>
      <p:sp>
        <p:nvSpPr>
          <p:cNvPr id="8"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6" name="COBNL1"/>
          <p:cNvSpPr>
            <a:spLocks noGrp="1"/>
          </p:cNvSpPr>
          <p:nvPr>
            <p:ph sz="quarter" idx="14" hasCustomPrompt="1"/>
          </p:nvPr>
        </p:nvSpPr>
        <p:spPr>
          <a:xfrm>
            <a:off x="304800"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1.1	This Is a Sample Outline for Two-Column (2 Boxes) and Double-numbered</a:t>
            </a:r>
          </a:p>
          <a:p>
            <a:pPr lvl="0"/>
            <a:r>
              <a:rPr lang="en-US" dirty="0"/>
              <a:t>1.2	It is Two-column </a:t>
            </a:r>
          </a:p>
          <a:p>
            <a:pPr lvl="0"/>
            <a:r>
              <a:rPr lang="en-US" dirty="0"/>
              <a:t>1.3	This Outline Has No Sub-lists</a:t>
            </a:r>
          </a:p>
          <a:p>
            <a:pPr lvl="0"/>
            <a:r>
              <a:rPr lang="en-US" dirty="0"/>
              <a:t>1.4	This List Is Double-numbered</a:t>
            </a:r>
          </a:p>
        </p:txBody>
      </p:sp>
      <p:sp>
        <p:nvSpPr>
          <p:cNvPr id="7" name="COBNL2"/>
          <p:cNvSpPr>
            <a:spLocks noGrp="1"/>
          </p:cNvSpPr>
          <p:nvPr>
            <p:ph sz="quarter" idx="15" hasCustomPrompt="1"/>
          </p:nvPr>
        </p:nvSpPr>
        <p:spPr>
          <a:xfrm>
            <a:off x="4767262" y="1752600"/>
            <a:ext cx="4038600" cy="4419600"/>
          </a:xfrm>
          <a:prstGeom prst="rect">
            <a:avLst/>
          </a:prstGeom>
        </p:spPr>
        <p:txBody>
          <a:bodyPr numCol="1" spcCol="548640"/>
          <a:lstStyle>
            <a:lvl1pPr marL="803275" marR="0" indent="-803275" algn="l" defTabSz="914400" rtl="0" eaLnBrk="1" fontAlgn="auto" latinLnBrk="0" hangingPunct="1">
              <a:lnSpc>
                <a:spcPct val="90000"/>
              </a:lnSpc>
              <a:spcBef>
                <a:spcPts val="1000"/>
              </a:spcBef>
              <a:spcAft>
                <a:spcPts val="0"/>
              </a:spcAft>
              <a:buClrTx/>
              <a:buSzTx/>
              <a:buFont typeface="Arial"/>
              <a:buNone/>
              <a:tabLst/>
              <a:defRPr sz="2800" b="0" i="0" baseline="0">
                <a:latin typeface="Times New Roman" charset="0"/>
                <a:ea typeface="Times New Roman" charset="0"/>
                <a:cs typeface="Times New Roman" charset="0"/>
              </a:defRPr>
            </a:lvl1pPr>
          </a:lstStyle>
          <a:p>
            <a:pPr lvl="0"/>
            <a:r>
              <a:rPr lang="en-US" dirty="0"/>
              <a:t>1.5	The Outline Slide Has a Footer</a:t>
            </a:r>
          </a:p>
          <a:p>
            <a:pPr lvl="0"/>
            <a:r>
              <a:rPr lang="en-US" dirty="0"/>
              <a:t>1.6	Outline Items Usually Have No Ending Punctuation</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1.7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1.8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1.9	Another Heading</a:t>
            </a:r>
          </a:p>
          <a:p>
            <a:pPr marL="803275" marR="0" lvl="0" indent="-803275" algn="l" defTabSz="914400" rtl="0" eaLnBrk="1" fontAlgn="auto" latinLnBrk="0" hangingPunct="1">
              <a:lnSpc>
                <a:spcPct val="90000"/>
              </a:lnSpc>
              <a:spcBef>
                <a:spcPts val="1000"/>
              </a:spcBef>
              <a:spcAft>
                <a:spcPts val="0"/>
              </a:spcAft>
              <a:buClrTx/>
              <a:buSzTx/>
              <a:buFont typeface="Arial"/>
              <a:buNone/>
              <a:tabLst/>
              <a:defRPr/>
            </a:pPr>
            <a:r>
              <a:rPr lang="en-US" dirty="0"/>
              <a:t>1.10	Another Heading</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410060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hapter Outline: Version G">
    <p:spTree>
      <p:nvGrpSpPr>
        <p:cNvPr id="1" name=""/>
        <p:cNvGrpSpPr/>
        <p:nvPr/>
      </p:nvGrpSpPr>
      <p:grpSpPr>
        <a:xfrm>
          <a:off x="0" y="0"/>
          <a:ext cx="0" cy="0"/>
          <a:chOff x="0" y="0"/>
          <a:chExt cx="0" cy="0"/>
        </a:xfrm>
      </p:grpSpPr>
      <p:sp>
        <p:nvSpPr>
          <p:cNvPr id="6" name="Title"/>
          <p:cNvSpPr>
            <a:spLocks noGrp="1"/>
          </p:cNvSpPr>
          <p:nvPr>
            <p:ph type="title"/>
          </p:nvPr>
        </p:nvSpPr>
        <p:spPr>
          <a:xfrm>
            <a:off x="304800" y="762001"/>
            <a:ext cx="8534400" cy="838199"/>
          </a:xfrm>
          <a:prstGeom prst="rect">
            <a:avLst/>
          </a:prstGeom>
        </p:spPr>
        <p:txBody>
          <a:bodyPr/>
          <a:lstStyle>
            <a:lvl1pPr>
              <a:defRPr sz="4000">
                <a:solidFill>
                  <a:schemeClr val="accent1"/>
                </a:solidFill>
                <a:latin typeface="Times New Roman" charset="0"/>
                <a:ea typeface="Times New Roman" charset="0"/>
                <a:cs typeface="Times New Roman" charset="0"/>
              </a:defRPr>
            </a:lvl1pPr>
          </a:lstStyle>
          <a:p>
            <a:r>
              <a:rPr lang="en-US" dirty="0"/>
              <a:t>Click to edit Master title style</a:t>
            </a:r>
          </a:p>
        </p:txBody>
      </p:sp>
      <p:sp>
        <p:nvSpPr>
          <p:cNvPr id="7" name="COB"/>
          <p:cNvSpPr>
            <a:spLocks noGrp="1"/>
          </p:cNvSpPr>
          <p:nvPr>
            <p:ph sz="quarter" idx="14" hasCustomPrompt="1"/>
          </p:nvPr>
        </p:nvSpPr>
        <p:spPr>
          <a:xfrm>
            <a:off x="304800" y="1752600"/>
            <a:ext cx="8534400" cy="4495800"/>
          </a:xfrm>
          <a:prstGeom prst="rect">
            <a:avLst/>
          </a:prstGeom>
        </p:spPr>
        <p:txBody>
          <a:bodyPr/>
          <a:lstStyle>
            <a:lvl1pPr marL="0" indent="0">
              <a:buFont typeface="+mj-lt"/>
              <a:buNone/>
              <a:tabLst/>
              <a:defRPr sz="2800" b="0" i="0" baseline="0">
                <a:latin typeface="Times New Roman" charset="0"/>
                <a:ea typeface="Times New Roman" charset="0"/>
                <a:cs typeface="Times New Roman" charset="0"/>
              </a:defRPr>
            </a:lvl1pPr>
            <a:lvl2pPr marL="520700" indent="-508000">
              <a:spcBef>
                <a:spcPts val="2000"/>
              </a:spcBef>
              <a:buNone/>
              <a:tabLst/>
              <a:defRPr sz="2800" b="0" i="0" baseline="0">
                <a:solidFill>
                  <a:schemeClr val="accent2"/>
                </a:solidFill>
                <a:latin typeface="Times New Roman" charset="0"/>
                <a:ea typeface="Times New Roman" charset="0"/>
                <a:cs typeface="Times New Roman" charset="0"/>
              </a:defRPr>
            </a:lvl2pPr>
            <a:lvl3pPr marL="635000" marR="0" indent="-395288" algn="l" defTabSz="914400" rtl="0" eaLnBrk="1" fontAlgn="auto" latinLnBrk="0" hangingPunct="1">
              <a:lnSpc>
                <a:spcPct val="90000"/>
              </a:lnSpc>
              <a:spcBef>
                <a:spcPts val="1000"/>
              </a:spcBef>
              <a:spcAft>
                <a:spcPts val="0"/>
              </a:spcAft>
              <a:buClr>
                <a:schemeClr val="accent2"/>
              </a:buClr>
              <a:buSzTx/>
              <a:buFont typeface="+mj-lt"/>
              <a:buAutoNum type="arabicPeriod"/>
              <a:tabLst/>
              <a:defRPr sz="2800" b="0" i="0">
                <a:solidFill>
                  <a:schemeClr val="tx1"/>
                </a:solidFill>
                <a:latin typeface="Times New Roman" charset="0"/>
                <a:ea typeface="Times New Roman" charset="0"/>
                <a:cs typeface="Times New Roman" charset="0"/>
              </a:defRPr>
            </a:lvl3pPr>
          </a:lstStyle>
          <a:p>
            <a:pPr lvl="0"/>
            <a:r>
              <a:rPr lang="en-US" dirty="0"/>
              <a:t>This Is a Sample Outline with No Numbers</a:t>
            </a:r>
          </a:p>
          <a:p>
            <a:pPr lvl="1"/>
            <a:r>
              <a:rPr lang="en-US" dirty="0"/>
              <a:t>Learning Objective</a:t>
            </a:r>
          </a:p>
          <a:p>
            <a:pPr lvl="2"/>
            <a:r>
              <a:rPr lang="en-US" dirty="0"/>
              <a:t>Describe what racial &amp; ethnic group make up Latin America.</a:t>
            </a:r>
          </a:p>
          <a:p>
            <a:pPr lvl="2"/>
            <a:r>
              <a:rPr lang="en-US" dirty="0"/>
              <a:t>Explain Latin American agricultural systems.</a:t>
            </a:r>
          </a:p>
          <a:p>
            <a:pPr lvl="2"/>
            <a:r>
              <a:rPr lang="en-US" dirty="0"/>
              <a:t>Critically evaluate models of biodiversity conservation in the Latin American context.</a:t>
            </a:r>
          </a:p>
        </p:txBody>
      </p:sp>
      <p:sp>
        <p:nvSpPr>
          <p:cNvPr id="3" name="Slide Number Placeholder 2"/>
          <p:cNvSpPr>
            <a:spLocks noGrp="1"/>
          </p:cNvSpPr>
          <p:nvPr>
            <p:ph type="sldNum" sz="quarter" idx="10"/>
          </p:nvPr>
        </p:nvSpPr>
        <p:spPr/>
        <p:txBody>
          <a:bodyPr/>
          <a:lstStyle>
            <a:lvl1pPr>
              <a:defRPr>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lvl1pPr>
              <a:defRPr>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956338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earning Objectives: Version A">
    <p:spTree>
      <p:nvGrpSpPr>
        <p:cNvPr id="1" name=""/>
        <p:cNvGrpSpPr/>
        <p:nvPr/>
      </p:nvGrpSpPr>
      <p:grpSpPr>
        <a:xfrm>
          <a:off x="0" y="0"/>
          <a:ext cx="0" cy="0"/>
          <a:chOff x="0" y="0"/>
          <a:chExt cx="0" cy="0"/>
        </a:xfrm>
      </p:grpSpPr>
      <p:sp>
        <p:nvSpPr>
          <p:cNvPr id="2"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9" name="LONL"/>
          <p:cNvSpPr>
            <a:spLocks noGrp="1"/>
          </p:cNvSpPr>
          <p:nvPr>
            <p:ph sz="quarter" idx="16" hasCustomPrompt="1"/>
          </p:nvPr>
        </p:nvSpPr>
        <p:spPr>
          <a:xfrm>
            <a:off x="304800" y="1752600"/>
            <a:ext cx="8534400" cy="4495800"/>
          </a:xfrm>
          <a:prstGeom prst="rect">
            <a:avLst/>
          </a:prstGeom>
        </p:spPr>
        <p:txBody>
          <a:bodyPr/>
          <a:lstStyle>
            <a:lvl1pPr marL="514350" indent="-514350">
              <a:buClr>
                <a:schemeClr val="accent2"/>
              </a:buClr>
              <a:buFont typeface="+mj-lt"/>
              <a:buAutoNum type="arabicPeriod"/>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6" name="Slide Number Placeholder 5"/>
          <p:cNvSpPr>
            <a:spLocks noGrp="1"/>
          </p:cNvSpPr>
          <p:nvPr>
            <p:ph type="sldNum" sz="quarter" idx="12"/>
          </p:nvPr>
        </p:nvSpPr>
        <p:spPr>
          <a:xfrm>
            <a:off x="6457950" y="6356350"/>
            <a:ext cx="2381250" cy="365125"/>
          </a:xfrm>
          <a:prstGeom prst="rect">
            <a:avLst/>
          </a:prstGeom>
        </p:spPr>
        <p:txBody>
          <a:bodyPr/>
          <a:lstStyle/>
          <a:p>
            <a:fld id="{957104EA-F2AF-1046-9253-EE8D978719B5}" type="slidenum">
              <a:rPr lang="en-US" smtClean="0"/>
              <a:pPr/>
              <a:t>‹#›</a:t>
            </a:fld>
            <a:endParaRPr lang="en-US" dirty="0"/>
          </a:p>
        </p:txBody>
      </p:sp>
      <p:sp>
        <p:nvSpPr>
          <p:cNvPr id="5" name="Footer Placeholder 4"/>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1882321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earning Objectives: Version B">
    <p:spTree>
      <p:nvGrpSpPr>
        <p:cNvPr id="1" name=""/>
        <p:cNvGrpSpPr/>
        <p:nvPr/>
      </p:nvGrpSpPr>
      <p:grpSpPr>
        <a:xfrm>
          <a:off x="0" y="0"/>
          <a:ext cx="0" cy="0"/>
          <a:chOff x="0" y="0"/>
          <a:chExt cx="0" cy="0"/>
        </a:xfrm>
      </p:grpSpPr>
      <p:sp>
        <p:nvSpPr>
          <p:cNvPr id="8" name="Title "/>
          <p:cNvSpPr>
            <a:spLocks noGrp="1"/>
          </p:cNvSpPr>
          <p:nvPr>
            <p:ph type="title"/>
          </p:nvPr>
        </p:nvSpPr>
        <p:spPr>
          <a:xfrm>
            <a:off x="304800" y="762001"/>
            <a:ext cx="8534400" cy="838199"/>
          </a:xfrm>
          <a:prstGeom prst="rect">
            <a:avLst/>
          </a:prstGeom>
        </p:spPr>
        <p:txBody>
          <a:bodyPr/>
          <a:lstStyle>
            <a:lvl1pPr>
              <a:defRPr sz="4000">
                <a:solidFill>
                  <a:schemeClr val="accent2"/>
                </a:solidFill>
                <a:latin typeface="Times New Roman" charset="0"/>
                <a:ea typeface="Times New Roman" charset="0"/>
                <a:cs typeface="Times New Roman" charset="0"/>
              </a:defRPr>
            </a:lvl1pPr>
          </a:lstStyle>
          <a:p>
            <a:r>
              <a:rPr lang="en-US" dirty="0"/>
              <a:t>Click to edit Master title style</a:t>
            </a:r>
          </a:p>
        </p:txBody>
      </p:sp>
      <p:sp>
        <p:nvSpPr>
          <p:cNvPr id="7" name="LOBL"/>
          <p:cNvSpPr>
            <a:spLocks noGrp="1"/>
          </p:cNvSpPr>
          <p:nvPr>
            <p:ph sz="quarter" idx="16" hasCustomPrompt="1"/>
          </p:nvPr>
        </p:nvSpPr>
        <p:spPr>
          <a:xfrm>
            <a:off x="304800" y="1752600"/>
            <a:ext cx="8534400" cy="4495800"/>
          </a:xfrm>
          <a:prstGeom prst="rect">
            <a:avLst/>
          </a:prstGeom>
        </p:spPr>
        <p:txBody>
          <a:bodyPr/>
          <a:lstStyle>
            <a:lvl1pPr marL="292608" indent="-292608">
              <a:buClr>
                <a:schemeClr val="accent2"/>
              </a:buClr>
              <a:buFont typeface="Arial" charset="0"/>
              <a:buChar char="•"/>
              <a:defRPr sz="2800" b="0" i="0" baseline="0">
                <a:latin typeface="Times New Roman" charset="0"/>
                <a:ea typeface="Times New Roman" charset="0"/>
                <a:cs typeface="Times New Roman" charset="0"/>
              </a:defRPr>
            </a:lvl1pPr>
            <a:lvl2pPr>
              <a:defRPr sz="2800" b="0" i="0">
                <a:latin typeface="Source Sans Pro" charset="0"/>
                <a:ea typeface="Source Sans Pro" charset="0"/>
                <a:cs typeface="Source Sans Pro" charset="0"/>
              </a:defRPr>
            </a:lvl2pPr>
            <a:lvl3pPr>
              <a:defRPr sz="2800" b="0" i="0">
                <a:latin typeface="Source Sans Pro" charset="0"/>
                <a:ea typeface="Source Sans Pro" charset="0"/>
                <a:cs typeface="Source Sans Pro" charset="0"/>
              </a:defRPr>
            </a:lvl3pPr>
            <a:lvl4pPr>
              <a:defRPr sz="2800" b="0" i="0">
                <a:latin typeface="Source Sans Pro" charset="0"/>
                <a:ea typeface="Source Sans Pro" charset="0"/>
                <a:cs typeface="Source Sans Pro" charset="0"/>
              </a:defRPr>
            </a:lvl4pPr>
            <a:lvl5pPr>
              <a:defRPr sz="2800" b="0" i="0">
                <a:latin typeface="Source Sans Pro" charset="0"/>
                <a:ea typeface="Source Sans Pro" charset="0"/>
                <a:cs typeface="Source Sans Pro" charset="0"/>
              </a:defRPr>
            </a:lvl5pPr>
          </a:lstStyle>
          <a:p>
            <a:pPr lvl="0"/>
            <a:r>
              <a:rPr lang="en-US" dirty="0"/>
              <a:t>Explain the time value of money and why it is so important in the field of finance.</a:t>
            </a:r>
          </a:p>
          <a:p>
            <a:pPr lvl="0"/>
            <a:r>
              <a:rPr lang="en-US" dirty="0"/>
              <a:t>Explain the concept of future value, including the meaning of the terms principal, simple interest, and compound interest.</a:t>
            </a:r>
          </a:p>
          <a:p>
            <a:pPr lvl="0"/>
            <a:r>
              <a:rPr lang="en-US" dirty="0"/>
              <a:t>Explain the concept of present value, how it relates to future value, and is used to make business decisions.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177182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cept Check Question (1of 2)">
    <p:spTree>
      <p:nvGrpSpPr>
        <p:cNvPr id="1" name=""/>
        <p:cNvGrpSpPr/>
        <p:nvPr/>
      </p:nvGrpSpPr>
      <p:grpSpPr>
        <a:xfrm>
          <a:off x="0" y="0"/>
          <a:ext cx="0" cy="0"/>
          <a:chOff x="0" y="0"/>
          <a:chExt cx="0" cy="0"/>
        </a:xfrm>
      </p:grpSpPr>
      <p:sp>
        <p:nvSpPr>
          <p:cNvPr id="14" name="Title 13"/>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pPr lvl="0"/>
            <a:r>
              <a:rPr lang="en-US" dirty="0"/>
              <a:t>1.1 Periodicity Assumption</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p:cNvSpPr>
            <a:spLocks noGrp="1"/>
          </p:cNvSpPr>
          <p:nvPr>
            <p:ph sz="quarter" idx="16" hasCustomPrompt="1"/>
          </p:nvPr>
        </p:nvSpPr>
        <p:spPr>
          <a:xfrm>
            <a:off x="304800" y="1752600"/>
            <a:ext cx="8534400" cy="4419600"/>
          </a:xfrm>
          <a:prstGeom prst="rect">
            <a:avLst/>
          </a:prstGeom>
        </p:spPr>
        <p:txBody>
          <a:bodyPr/>
          <a:lstStyle>
            <a:lvl1pPr marL="0" indent="0">
              <a:spcBef>
                <a:spcPts val="1000"/>
              </a:spcBef>
              <a:buNone/>
              <a:defRPr sz="2800" baseline="0">
                <a:latin typeface="Times New Roman" charset="0"/>
                <a:ea typeface="Times New Roman" charset="0"/>
                <a:cs typeface="Times New Roman" charset="0"/>
              </a:defRPr>
            </a:lvl1pPr>
            <a:lvl2pPr marL="804672" indent="-448056">
              <a:spcBef>
                <a:spcPts val="1000"/>
              </a:spcBef>
              <a:buClr>
                <a:schemeClr val="accent2"/>
              </a:buClr>
              <a:buFont typeface="+mj-lt"/>
              <a:buAutoNum type="alphaLcPeriod"/>
              <a:defRPr sz="2800" baseline="0">
                <a:latin typeface="Times New Roman" charset="0"/>
                <a:ea typeface="Times New Roman" charset="0"/>
                <a:cs typeface="Times New Roman" charset="0"/>
              </a:defRPr>
            </a:lvl2pPr>
            <a:lvl3pPr marL="914400" indent="0">
              <a:buNone/>
              <a:defRPr sz="3000">
                <a:latin typeface="STIX" charset="0"/>
                <a:ea typeface="STIX" charset="0"/>
                <a:cs typeface="STIX" charset="0"/>
              </a:defRPr>
            </a:lvl3pPr>
            <a:lvl4pPr marL="1371600" indent="0">
              <a:buNone/>
              <a:defRPr sz="3000">
                <a:latin typeface="STIX" charset="0"/>
                <a:ea typeface="STIX" charset="0"/>
                <a:cs typeface="STIX" charset="0"/>
              </a:defRPr>
            </a:lvl4pPr>
            <a:lvl5pPr marL="1828800" indent="0">
              <a:buNone/>
              <a:defRPr sz="3000">
                <a:latin typeface="STIX" charset="0"/>
                <a:ea typeface="STIX" charset="0"/>
                <a:cs typeface="STIX" charset="0"/>
              </a:defRPr>
            </a:lvl5pPr>
          </a:lstStyle>
          <a:p>
            <a:pPr lvl="0"/>
            <a:r>
              <a:rPr lang="en-US" dirty="0"/>
              <a:t>Which one of these statements about the accrual basis of accounting is false?</a:t>
            </a:r>
          </a:p>
          <a:p>
            <a:pPr lvl="1"/>
            <a:r>
              <a:rPr lang="en-US" dirty="0"/>
              <a:t>Companies record events that change their financial statements in the period in which event occur, even if cash was not exchanged.</a:t>
            </a:r>
          </a:p>
          <a:p>
            <a:pPr lvl="1"/>
            <a:r>
              <a:rPr lang="en-US" dirty="0"/>
              <a:t>Companies recognize revenue in the period in which the performance obligation is satisfied.</a:t>
            </a:r>
          </a:p>
          <a:p>
            <a:pPr lvl="1"/>
            <a:r>
              <a:rPr lang="en-US" dirty="0"/>
              <a:t>This basis is accord with generally accepted accounting principles.</a:t>
            </a:r>
          </a:p>
        </p:txBody>
      </p:sp>
    </p:spTree>
    <p:extLst>
      <p:ext uri="{BB962C8B-B14F-4D97-AF65-F5344CB8AC3E}">
        <p14:creationId xmlns:p14="http://schemas.microsoft.com/office/powerpoint/2010/main" val="812438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cept Check Question (2of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1.1 Periodicity Assumption</a:t>
            </a:r>
          </a:p>
        </p:txBody>
      </p:sp>
      <p:sp>
        <p:nvSpPr>
          <p:cNvPr id="12" name="Question"/>
          <p:cNvSpPr>
            <a:spLocks noGrp="1"/>
          </p:cNvSpPr>
          <p:nvPr>
            <p:ph sz="quarter" idx="15" hasCustomPrompt="1"/>
          </p:nvPr>
        </p:nvSpPr>
        <p:spPr>
          <a:xfrm>
            <a:off x="304800" y="1752600"/>
            <a:ext cx="8534400" cy="4419600"/>
          </a:xfrm>
          <a:prstGeom prst="rect">
            <a:avLst/>
          </a:prstGeom>
        </p:spPr>
        <p:txBody>
          <a:bodyPr/>
          <a:lstStyle>
            <a:lvl1pPr marL="0" indent="0">
              <a:spcBef>
                <a:spcPts val="1000"/>
              </a:spcBef>
              <a:buNone/>
              <a:tabLst/>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None/>
              <a:tabLst/>
              <a:defRPr sz="2800" b="0" i="0" baseline="0">
                <a:solidFill>
                  <a:schemeClr val="tx1"/>
                </a:solidFill>
                <a:latin typeface="Times New Roman" charset="0"/>
                <a:ea typeface="Times New Roman" charset="0"/>
                <a:cs typeface="Times New Roman" charset="0"/>
              </a:defRPr>
            </a:lvl2pPr>
            <a:lvl3pPr marL="349250" indent="-336550">
              <a:buClr>
                <a:schemeClr val="accent1"/>
              </a:buClr>
              <a:buFont typeface="Wingdings" charset="2"/>
              <a:buChar char="ü"/>
              <a:tabLst>
                <a:tab pos="796925" algn="l"/>
              </a:tabLst>
              <a:defRPr sz="2800" b="0" i="0">
                <a:latin typeface="Times New Roman" charset="0"/>
                <a:ea typeface="Times New Roman" charset="0"/>
                <a:cs typeface="Times New Roman" charset="0"/>
              </a:defRPr>
            </a:lvl3pPr>
          </a:lstStyle>
          <a:p>
            <a:pPr lvl="0"/>
            <a:r>
              <a:rPr lang="en-US" dirty="0"/>
              <a:t>Which one of these statements about the accrual basis of accounting is false?</a:t>
            </a:r>
          </a:p>
          <a:p>
            <a:pPr lvl="1"/>
            <a:r>
              <a:rPr lang="en-US" dirty="0"/>
              <a:t>a.  Companies record events that change their financial statements in the period in which event occur, even if cash was not exchanged.</a:t>
            </a:r>
          </a:p>
          <a:p>
            <a:pPr lvl="2"/>
            <a:r>
              <a:rPr lang="en-US" dirty="0"/>
              <a:t>b.  Companies recognize revenue in the period in which 	the performance obligation is satisfied.</a:t>
            </a:r>
          </a:p>
          <a:p>
            <a:pPr lvl="1"/>
            <a:r>
              <a:rPr lang="en-US" dirty="0"/>
              <a:t>c.  This basis is accord with generally accepted accounting principles.</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852393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905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3A107DC3-1D90-419E-B11C-A853993F33FB}"/>
              </a:ext>
            </a:extLst>
          </p:cNvPr>
          <p:cNvSpPr>
            <a:spLocks noGrp="1"/>
          </p:cNvSpPr>
          <p:nvPr>
            <p:ph sz="quarter" idx="17"/>
          </p:nvPr>
        </p:nvSpPr>
        <p:spPr>
          <a:xfrm>
            <a:off x="304800" y="3810000"/>
            <a:ext cx="8534400" cy="2286000"/>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33250634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0"/>
            <a:ext cx="8534400" cy="4114800"/>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700609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Key Term: Version A">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Language</a:t>
            </a:r>
          </a:p>
        </p:txBody>
      </p:sp>
      <p:sp>
        <p:nvSpPr>
          <p:cNvPr id="7" name="Definition of Key Term"/>
          <p:cNvSpPr>
            <a:spLocks noGrp="1"/>
          </p:cNvSpPr>
          <p:nvPr>
            <p:ph sz="quarter" idx="15" hasCustomPrompt="1"/>
          </p:nvPr>
        </p:nvSpPr>
        <p:spPr>
          <a:xfrm>
            <a:off x="304800" y="1752601"/>
            <a:ext cx="8534400" cy="765659"/>
          </a:xfrm>
          <a:prstGeom prst="rect">
            <a:avLst/>
          </a:prstGeom>
        </p:spPr>
        <p:txBody>
          <a:bodyPr/>
          <a:lstStyle>
            <a:lvl1pPr marL="292608" indent="-292608">
              <a:spcBef>
                <a:spcPts val="1000"/>
              </a:spcBef>
              <a:buClr>
                <a:schemeClr val="accent2"/>
              </a:buClr>
              <a:buFont typeface="Arial" charset="0"/>
              <a:buChar char="•"/>
              <a:defRPr sz="3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Form of communication using sounds and symbols combined according to specified rules</a:t>
            </a:r>
          </a:p>
        </p:txBody>
      </p:sp>
      <p:sp>
        <p:nvSpPr>
          <p:cNvPr id="9" name="Media LInk"/>
          <p:cNvSpPr>
            <a:spLocks noGrp="1"/>
          </p:cNvSpPr>
          <p:nvPr>
            <p:ph sz="quarter" idx="16" hasCustomPrompt="1"/>
          </p:nvPr>
        </p:nvSpPr>
        <p:spPr>
          <a:xfrm>
            <a:off x="304800" y="5867400"/>
            <a:ext cx="8534400" cy="609600"/>
          </a:xfrm>
          <a:prstGeom prst="rect">
            <a:avLst/>
          </a:prstGeom>
        </p:spPr>
        <p:txBody>
          <a:bodyPr/>
          <a:lstStyle>
            <a:lvl1pPr marL="0" indent="0" algn="r">
              <a:buNone/>
              <a:defRPr sz="2200" b="0" i="0" baseline="0">
                <a:latin typeface="Times New Roman" charset="0"/>
                <a:ea typeface="Times New Roman" charset="0"/>
                <a:cs typeface="Times New Roman" charset="0"/>
              </a:defRPr>
            </a:lvl1pPr>
            <a:lvl2pPr algn="r">
              <a:defRPr/>
            </a:lvl2pPr>
            <a:lvl3pPr algn="r">
              <a:defRPr/>
            </a:lvl3pPr>
            <a:lvl4pPr algn="r">
              <a:defRPr/>
            </a:lvl4pPr>
            <a:lvl5pPr algn="r">
              <a:defRPr/>
            </a:lvl5pPr>
          </a:lstStyle>
          <a:p>
            <a:pPr lvl="0"/>
            <a:r>
              <a:rPr lang="en-US" dirty="0"/>
              <a:t>Media link placeholder</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
        <p:nvSpPr>
          <p:cNvPr id="6" name="Content Placeholder 5">
            <a:extLst>
              <a:ext uri="{FF2B5EF4-FFF2-40B4-BE49-F238E27FC236}">
                <a16:creationId xmlns:a16="http://schemas.microsoft.com/office/drawing/2014/main" id="{27D91CBC-ED96-45DC-8D19-800B0EA27351}"/>
              </a:ext>
            </a:extLst>
          </p:cNvPr>
          <p:cNvSpPr>
            <a:spLocks noGrp="1"/>
          </p:cNvSpPr>
          <p:nvPr>
            <p:ph sz="quarter" idx="17"/>
          </p:nvPr>
        </p:nvSpPr>
        <p:spPr>
          <a:xfrm>
            <a:off x="246063" y="2973388"/>
            <a:ext cx="8576057" cy="455612"/>
          </a:xfrm>
          <a:prstGeom prst="rect">
            <a:avLst/>
          </a:prstGeom>
        </p:spPr>
        <p:txBody>
          <a:bodyPr/>
          <a:lstStyle>
            <a:lvl1pPr marL="0" indent="0">
              <a:buNone/>
              <a:defRPr/>
            </a:lvl1pPr>
          </a:lstStyle>
          <a:p>
            <a:pPr lvl="0"/>
            <a:endParaRPr lang="en-US" dirty="0"/>
          </a:p>
        </p:txBody>
      </p:sp>
      <p:sp>
        <p:nvSpPr>
          <p:cNvPr id="10" name="Content Placeholder 9">
            <a:extLst>
              <a:ext uri="{FF2B5EF4-FFF2-40B4-BE49-F238E27FC236}">
                <a16:creationId xmlns:a16="http://schemas.microsoft.com/office/drawing/2014/main" id="{89D9EFEF-D501-4D96-90FB-6214001984DE}"/>
              </a:ext>
            </a:extLst>
          </p:cNvPr>
          <p:cNvSpPr>
            <a:spLocks noGrp="1"/>
          </p:cNvSpPr>
          <p:nvPr>
            <p:ph sz="quarter" idx="18"/>
          </p:nvPr>
        </p:nvSpPr>
        <p:spPr>
          <a:xfrm>
            <a:off x="246063" y="3504895"/>
            <a:ext cx="8575675" cy="455737"/>
          </a:xfrm>
          <a:prstGeom prst="rect">
            <a:avLst/>
          </a:prstGeom>
        </p:spPr>
        <p:txBody>
          <a:bodyPr/>
          <a:lstStyle>
            <a:lvl1pPr marL="0" indent="0">
              <a:buNone/>
              <a:defRPr/>
            </a:lvl1pPr>
          </a:lstStyle>
          <a:p>
            <a:pPr lvl="0"/>
            <a:endParaRPr lang="en-US" dirty="0"/>
          </a:p>
        </p:txBody>
      </p:sp>
      <p:sp>
        <p:nvSpPr>
          <p:cNvPr id="12" name="Content Placeholder 11">
            <a:extLst>
              <a:ext uri="{FF2B5EF4-FFF2-40B4-BE49-F238E27FC236}">
                <a16:creationId xmlns:a16="http://schemas.microsoft.com/office/drawing/2014/main" id="{B862A366-91E0-41A0-8A96-3C45D8FF3E6E}"/>
              </a:ext>
            </a:extLst>
          </p:cNvPr>
          <p:cNvSpPr>
            <a:spLocks noGrp="1"/>
          </p:cNvSpPr>
          <p:nvPr>
            <p:ph sz="quarter" idx="19"/>
          </p:nvPr>
        </p:nvSpPr>
        <p:spPr>
          <a:xfrm>
            <a:off x="246063" y="4112055"/>
            <a:ext cx="8575675" cy="379475"/>
          </a:xfrm>
          <a:prstGeom prst="rect">
            <a:avLst/>
          </a:prstGeom>
        </p:spPr>
        <p:txBody>
          <a:bodyPr/>
          <a:lstStyle>
            <a:lvl1pPr marL="0" indent="0">
              <a:buNone/>
              <a:defRPr/>
            </a:lvl1pPr>
          </a:lstStyle>
          <a:p>
            <a:pPr lvl="0"/>
            <a:endParaRPr lang="en-US" dirty="0"/>
          </a:p>
        </p:txBody>
      </p:sp>
      <p:sp>
        <p:nvSpPr>
          <p:cNvPr id="14" name="Content Placeholder 13">
            <a:extLst>
              <a:ext uri="{FF2B5EF4-FFF2-40B4-BE49-F238E27FC236}">
                <a16:creationId xmlns:a16="http://schemas.microsoft.com/office/drawing/2014/main" id="{52CCB4E6-32AA-497F-984D-1632FA7E4EA8}"/>
              </a:ext>
            </a:extLst>
          </p:cNvPr>
          <p:cNvSpPr>
            <a:spLocks noGrp="1"/>
          </p:cNvSpPr>
          <p:nvPr>
            <p:ph sz="quarter" idx="20"/>
          </p:nvPr>
        </p:nvSpPr>
        <p:spPr>
          <a:xfrm>
            <a:off x="246063" y="4567425"/>
            <a:ext cx="8575675" cy="379475"/>
          </a:xfrm>
          <a:prstGeom prst="rect">
            <a:avLst/>
          </a:prstGeom>
        </p:spPr>
        <p:txBody>
          <a:bodyPr/>
          <a:lstStyle>
            <a:lvl1pPr marL="0" indent="0">
              <a:buNone/>
              <a:defRPr/>
            </a:lvl1pPr>
          </a:lstStyle>
          <a:p>
            <a:pPr lvl="0"/>
            <a:endParaRPr lang="en-US" dirty="0"/>
          </a:p>
        </p:txBody>
      </p:sp>
      <p:sp>
        <p:nvSpPr>
          <p:cNvPr id="16" name="Content Placeholder 15">
            <a:extLst>
              <a:ext uri="{FF2B5EF4-FFF2-40B4-BE49-F238E27FC236}">
                <a16:creationId xmlns:a16="http://schemas.microsoft.com/office/drawing/2014/main" id="{B221E593-2035-46BB-9BD2-050B95D0D5C1}"/>
              </a:ext>
            </a:extLst>
          </p:cNvPr>
          <p:cNvSpPr>
            <a:spLocks noGrp="1"/>
          </p:cNvSpPr>
          <p:nvPr>
            <p:ph sz="quarter" idx="21"/>
          </p:nvPr>
        </p:nvSpPr>
        <p:spPr>
          <a:xfrm>
            <a:off x="246063" y="5022850"/>
            <a:ext cx="8499475" cy="303213"/>
          </a:xfrm>
          <a:prstGeom prst="rect">
            <a:avLst/>
          </a:prstGeom>
        </p:spPr>
        <p:txBody>
          <a:bodyPr/>
          <a:lstStyle>
            <a:lvl1pPr marL="0" indent="0">
              <a:buNone/>
              <a:defRPr/>
            </a:lvl1pPr>
          </a:lstStyle>
          <a:p>
            <a:pPr lvl="0"/>
            <a:endParaRPr lang="en-US" dirty="0"/>
          </a:p>
        </p:txBody>
      </p:sp>
      <p:sp>
        <p:nvSpPr>
          <p:cNvPr id="18" name="Content Placeholder 17">
            <a:extLst>
              <a:ext uri="{FF2B5EF4-FFF2-40B4-BE49-F238E27FC236}">
                <a16:creationId xmlns:a16="http://schemas.microsoft.com/office/drawing/2014/main" id="{494684A9-674B-4A73-B9BA-7B0575C953BB}"/>
              </a:ext>
            </a:extLst>
          </p:cNvPr>
          <p:cNvSpPr>
            <a:spLocks noGrp="1"/>
          </p:cNvSpPr>
          <p:nvPr>
            <p:ph sz="quarter" idx="22"/>
          </p:nvPr>
        </p:nvSpPr>
        <p:spPr>
          <a:xfrm>
            <a:off x="246063" y="5402263"/>
            <a:ext cx="8575675" cy="303212"/>
          </a:xfrm>
          <a:prstGeom prst="rect">
            <a:avLst/>
          </a:prstGeom>
        </p:spPr>
        <p:txBody>
          <a:bodyPr/>
          <a:lstStyle>
            <a:lvl1pPr marL="0" indent="0">
              <a:buNone/>
              <a:defRPr/>
            </a:lvl1pPr>
          </a:lstStyle>
          <a:p>
            <a:pPr lvl="0"/>
            <a:endParaRPr lang="en-US" dirty="0"/>
          </a:p>
        </p:txBody>
      </p:sp>
    </p:spTree>
    <p:extLst>
      <p:ext uri="{BB962C8B-B14F-4D97-AF65-F5344CB8AC3E}">
        <p14:creationId xmlns:p14="http://schemas.microsoft.com/office/powerpoint/2010/main" val="19676611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Key Term: Version 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4800" y="762001"/>
            <a:ext cx="8534400" cy="838199"/>
          </a:xfrm>
        </p:spPr>
        <p:txBody>
          <a:bodyPr/>
          <a:lstStyle/>
          <a:p>
            <a:r>
              <a:rPr lang="en-US" dirty="0"/>
              <a:t>Anatomy and Physiology Defined</a:t>
            </a:r>
          </a:p>
        </p:txBody>
      </p:sp>
      <p:sp>
        <p:nvSpPr>
          <p:cNvPr id="7" name="Definition of Key Term"/>
          <p:cNvSpPr>
            <a:spLocks noGrp="1"/>
          </p:cNvSpPr>
          <p:nvPr>
            <p:ph sz="quarter" idx="15" hasCustomPrompt="1"/>
          </p:nvPr>
        </p:nvSpPr>
        <p:spPr>
          <a:xfrm>
            <a:off x="304800" y="1905000"/>
            <a:ext cx="8534400" cy="3962400"/>
          </a:xfrm>
          <a:prstGeom prst="rect">
            <a:avLst/>
          </a:prstGeom>
        </p:spPr>
        <p:txBody>
          <a:bodyPr/>
          <a:lstStyle>
            <a:lvl1pPr marL="292608" indent="-292608">
              <a:spcBef>
                <a:spcPts val="1000"/>
              </a:spcBef>
              <a:buClr>
                <a:schemeClr val="accent2"/>
              </a:buClr>
              <a:buFont typeface="Arial" charset="0"/>
              <a:buChar char="•"/>
              <a:defRPr sz="28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dirty="0"/>
              <a:t>Anatomy is the science of structure and the relationships among structures.</a:t>
            </a:r>
          </a:p>
          <a:p>
            <a:pPr lvl="0"/>
            <a:r>
              <a:rPr lang="en-US" dirty="0"/>
              <a:t>Physiology is the science of body functions, that is, how the body parts work.</a:t>
            </a:r>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6622711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for Figure">
    <p:spTree>
      <p:nvGrpSpPr>
        <p:cNvPr id="1" name=""/>
        <p:cNvGrpSpPr/>
        <p:nvPr/>
      </p:nvGrpSpPr>
      <p:grpSpPr>
        <a:xfrm>
          <a:off x="0" y="0"/>
          <a:ext cx="0" cy="0"/>
          <a:chOff x="0" y="0"/>
          <a:chExt cx="0" cy="0"/>
        </a:xfrm>
      </p:grpSpPr>
      <p:sp>
        <p:nvSpPr>
          <p:cNvPr id="8"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11" name="Content Placeholder 10"/>
          <p:cNvSpPr>
            <a:spLocks noGrp="1"/>
          </p:cNvSpPr>
          <p:nvPr>
            <p:ph sz="quarter" idx="16"/>
          </p:nvPr>
        </p:nvSpPr>
        <p:spPr>
          <a:xfrm>
            <a:off x="304800" y="1752600"/>
            <a:ext cx="8534400" cy="32766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cNvSpPr>
            <a:spLocks noGrp="1"/>
          </p:cNvSpPr>
          <p:nvPr>
            <p:ph sz="quarter" idx="15" hasCustomPrompt="1"/>
          </p:nvPr>
        </p:nvSpPr>
        <p:spPr>
          <a:xfrm>
            <a:off x="304800" y="5029200"/>
            <a:ext cx="8534400" cy="1143000"/>
          </a:xfrm>
          <a:prstGeom prst="rect">
            <a:avLst/>
          </a:prstGeom>
        </p:spPr>
        <p:txBody>
          <a:bodyPr/>
          <a:lstStyle>
            <a:lvl1pPr marL="0" indent="0">
              <a:spcBef>
                <a:spcPts val="1000"/>
              </a:spcBef>
              <a:buFont typeface="Arial" charset="0"/>
              <a:buNone/>
              <a:defRPr sz="2000" b="0" i="0" baseline="0">
                <a:solidFill>
                  <a:schemeClr val="tx1"/>
                </a:solidFill>
                <a:latin typeface="Times New Roman" charset="0"/>
                <a:ea typeface="Times New Roman" charset="0"/>
                <a:cs typeface="Times New Roman" charset="0"/>
              </a:defRPr>
            </a:lvl1pPr>
            <a:lvl2pPr marL="803275" indent="-450850">
              <a:spcBef>
                <a:spcPts val="1000"/>
              </a:spcBef>
              <a:buFont typeface="+mj-lt"/>
              <a:buAutoNum type="alphaLcPeriod"/>
              <a:tabLst/>
              <a:defRPr sz="2800" b="0" i="0" baseline="0">
                <a:solidFill>
                  <a:schemeClr val="tx1"/>
                </a:solidFill>
                <a:latin typeface="Source Sans Pro" charset="0"/>
                <a:ea typeface="Source Sans Pro" charset="0"/>
                <a:cs typeface="Source Sans Pro" charset="0"/>
              </a:defRPr>
            </a:lvl2pPr>
          </a:lstStyle>
          <a:p>
            <a:pPr lvl="0"/>
            <a:r>
              <a:rPr lang="en-US" sz="2000" dirty="0"/>
              <a:t>Figure 4.5 Figure title placeholder</a:t>
            </a:r>
          </a:p>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9771030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39791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968335" y="2290575"/>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5346142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1"/>
            <a:ext cx="8534400" cy="1973020"/>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4E431D40-8659-490C-A847-96CF64C15299}"/>
              </a:ext>
            </a:extLst>
          </p:cNvPr>
          <p:cNvSpPr>
            <a:spLocks noGrp="1"/>
          </p:cNvSpPr>
          <p:nvPr>
            <p:ph sz="quarter" idx="13"/>
          </p:nvPr>
        </p:nvSpPr>
        <p:spPr>
          <a:xfrm>
            <a:off x="304800" y="4339740"/>
            <a:ext cx="8534400" cy="390525"/>
          </a:xfrm>
          <a:prstGeom prst="rect">
            <a:avLst/>
          </a:prstGeom>
        </p:spPr>
        <p:txBody>
          <a:bodyPr/>
          <a:lstStyle>
            <a:lvl1pPr>
              <a:lnSpc>
                <a:spcPct val="100000"/>
              </a:lnSpc>
              <a:spcBef>
                <a:spcPts val="624"/>
              </a:spcBef>
              <a:buClr>
                <a:srgbClr val="911B21"/>
              </a:buClr>
              <a:defRPr sz="260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lnSpc>
                <a:spcPct val="100000"/>
              </a:lnSpc>
              <a:spcBef>
                <a:spcPts val="624"/>
              </a:spcBef>
              <a:defRPr>
                <a:latin typeface="Times New Roman" panose="02020603050405020304" pitchFamily="18" charset="0"/>
                <a:cs typeface="Times New Roman" panose="02020603050405020304" pitchFamily="18" charset="0"/>
              </a:defRPr>
            </a:lvl3pPr>
            <a:lvl4pPr>
              <a:lnSpc>
                <a:spcPct val="100000"/>
              </a:lnSpc>
              <a:spcBef>
                <a:spcPts val="624"/>
              </a:spcBef>
              <a:defRPr>
                <a:latin typeface="Times New Roman" panose="02020603050405020304" pitchFamily="18" charset="0"/>
                <a:cs typeface="Times New Roman" panose="02020603050405020304" pitchFamily="18" charset="0"/>
              </a:defRPr>
            </a:lvl4pPr>
            <a:lvl5pPr>
              <a:lnSpc>
                <a:spcPct val="100000"/>
              </a:lnSpc>
              <a:spcBef>
                <a:spcPts val="624"/>
              </a:spcBef>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9">
            <a:extLst>
              <a:ext uri="{FF2B5EF4-FFF2-40B4-BE49-F238E27FC236}">
                <a16:creationId xmlns:a16="http://schemas.microsoft.com/office/drawing/2014/main" id="{0AC5F648-714F-41B3-B0A9-EFB467D0BFB2}"/>
              </a:ext>
            </a:extLst>
          </p:cNvPr>
          <p:cNvSpPr>
            <a:spLocks noGrp="1"/>
          </p:cNvSpPr>
          <p:nvPr>
            <p:ph sz="quarter" idx="14"/>
          </p:nvPr>
        </p:nvSpPr>
        <p:spPr>
          <a:xfrm>
            <a:off x="304800" y="5022850"/>
            <a:ext cx="8534400" cy="606425"/>
          </a:xfrm>
          <a:prstGeom prst="rect">
            <a:avLst/>
          </a:prstGeom>
        </p:spPr>
        <p:txBody>
          <a:bodyPr/>
          <a:lstStyle>
            <a:lvl1pPr>
              <a:buClr>
                <a:srgbClr val="911B21"/>
              </a:buClr>
              <a:defRPr sz="2600">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D94DD2EA-EA3F-4637-934F-678F8B946642}"/>
              </a:ext>
            </a:extLst>
          </p:cNvPr>
          <p:cNvSpPr>
            <a:spLocks noGrp="1"/>
          </p:cNvSpPr>
          <p:nvPr>
            <p:ph sz="quarter" idx="15"/>
          </p:nvPr>
        </p:nvSpPr>
        <p:spPr>
          <a:xfrm>
            <a:off x="304800" y="5781675"/>
            <a:ext cx="8534400" cy="606425"/>
          </a:xfrm>
          <a:prstGeom prst="rect">
            <a:avLst/>
          </a:prstGeom>
        </p:spPr>
        <p:txBody>
          <a:bodyPr/>
          <a:lstStyle>
            <a:lvl1pPr>
              <a:buClr>
                <a:srgbClr val="911B21"/>
              </a:buClr>
              <a:defRPr>
                <a:latin typeface="Times New Roman" panose="02020603050405020304" pitchFamily="18" charset="0"/>
                <a:cs typeface="Times New Roman" panose="02020603050405020304" pitchFamily="18" charset="0"/>
              </a:defRPr>
            </a:lvl1pPr>
            <a:lvl2pPr marL="685800" indent="-228600">
              <a:buClr>
                <a:srgbClr val="911B21"/>
              </a:buClr>
              <a:buSzPct val="80000"/>
              <a:buFont typeface="Courier New" panose="02070309020205020404" pitchFamily="49" charset="0"/>
              <a:buChar char="o"/>
              <a:defRPr>
                <a:latin typeface="Times New Roman" panose="02020603050405020304" pitchFamily="18" charset="0"/>
                <a:cs typeface="Times New Roman" panose="02020603050405020304" pitchFamily="18" charset="0"/>
              </a:defRPr>
            </a:lvl2pPr>
            <a:lvl3pPr>
              <a:defRPr>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Slide Number Placeholder">
            <a:extLst>
              <a:ext uri="{FF2B5EF4-FFF2-40B4-BE49-F238E27FC236}">
                <a16:creationId xmlns:a16="http://schemas.microsoft.com/office/drawing/2014/main" id="{AB0A3D6A-283C-43F3-B8C1-9A067413E002}"/>
              </a:ext>
            </a:extLst>
          </p:cNvPr>
          <p:cNvSpPr txBox="1">
            <a:spLocks/>
          </p:cNvSpPr>
          <p:nvPr userDrawn="1"/>
        </p:nvSpPr>
        <p:spPr>
          <a:xfrm>
            <a:off x="6455077" y="6351499"/>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4" name="Footer Placeholder 4">
            <a:extLst>
              <a:ext uri="{FF2B5EF4-FFF2-40B4-BE49-F238E27FC236}">
                <a16:creationId xmlns:a16="http://schemas.microsoft.com/office/drawing/2014/main" id="{C0241161-D882-4165-B334-2C14A08BB8E0}"/>
              </a:ext>
            </a:extLst>
          </p:cNvPr>
          <p:cNvSpPr txBox="1">
            <a:spLocks/>
          </p:cNvSpPr>
          <p:nvPr userDrawn="1"/>
        </p:nvSpPr>
        <p:spPr>
          <a:xfrm>
            <a:off x="3026077" y="6351499"/>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Tree>
    <p:extLst>
      <p:ext uri="{BB962C8B-B14F-4D97-AF65-F5344CB8AC3E}">
        <p14:creationId xmlns:p14="http://schemas.microsoft.com/office/powerpoint/2010/main" val="33460792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7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620885"/>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8"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8894F196-3B10-478F-B710-339354FA9E3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
        <p:nvSpPr>
          <p:cNvPr id="7" name="Content Placeholder 6">
            <a:extLst>
              <a:ext uri="{FF2B5EF4-FFF2-40B4-BE49-F238E27FC236}">
                <a16:creationId xmlns:a16="http://schemas.microsoft.com/office/drawing/2014/main" id="{126129A0-4F0E-407F-AC43-4DDEDC5CD51E}"/>
              </a:ext>
            </a:extLst>
          </p:cNvPr>
          <p:cNvSpPr>
            <a:spLocks noGrp="1"/>
          </p:cNvSpPr>
          <p:nvPr>
            <p:ph sz="quarter" idx="12"/>
          </p:nvPr>
        </p:nvSpPr>
        <p:spPr>
          <a:xfrm>
            <a:off x="304800" y="1911350"/>
            <a:ext cx="8534400" cy="3946525"/>
          </a:xfrm>
          <a:prstGeom prst="rect">
            <a:avLst/>
          </a:prstGeom>
        </p:spPr>
        <p:txBody>
          <a:bodyPr/>
          <a:lstStyle>
            <a:lvl1pPr>
              <a:lnSpc>
                <a:spcPct val="100000"/>
              </a:lnSpc>
              <a:spcBef>
                <a:spcPts val="624"/>
              </a:spcBef>
              <a:buClr>
                <a:srgbClr val="911B21"/>
              </a:buClr>
              <a:defRPr lang="en-US" sz="2600" smtClean="0">
                <a:latin typeface="Times New Roman" panose="02020603050405020304" pitchFamily="18" charset="0"/>
                <a:cs typeface="Times New Roman" panose="02020603050405020304" pitchFamily="18" charset="0"/>
              </a:defRPr>
            </a:lvl1pPr>
            <a:lvl2pPr marL="685800" indent="-228600">
              <a:lnSpc>
                <a:spcPct val="100000"/>
              </a:lnSpc>
              <a:spcBef>
                <a:spcPts val="624"/>
              </a:spcBef>
              <a:buClr>
                <a:srgbClr val="911B21"/>
              </a:buClr>
              <a:buSzPct val="80000"/>
              <a:buFont typeface="Courier New" panose="02070309020205020404" pitchFamily="49" charset="0"/>
              <a:buChar char="o"/>
              <a:defRPr lang="en-US" smtClean="0">
                <a:latin typeface="Times New Roman" panose="02020603050405020304" pitchFamily="18" charset="0"/>
                <a:cs typeface="Times New Roman" panose="02020603050405020304" pitchFamily="18" charset="0"/>
              </a:defRPr>
            </a:lvl2pPr>
            <a:lvl3pPr>
              <a:lnSpc>
                <a:spcPct val="100000"/>
              </a:lnSpc>
              <a:spcBef>
                <a:spcPts val="624"/>
              </a:spcBef>
              <a:defRPr lang="en-US" smtClean="0">
                <a:latin typeface="Times New Roman" panose="02020603050405020304" pitchFamily="18" charset="0"/>
                <a:cs typeface="Times New Roman" panose="02020603050405020304" pitchFamily="18" charset="0"/>
              </a:defRPr>
            </a:lvl3pPr>
            <a:lvl4pPr>
              <a:lnSpc>
                <a:spcPct val="100000"/>
              </a:lnSpc>
              <a:spcBef>
                <a:spcPts val="624"/>
              </a:spcBef>
              <a:defRPr lang="en-US" smtClean="0">
                <a:latin typeface="Times New Roman" panose="02020603050405020304" pitchFamily="18" charset="0"/>
                <a:cs typeface="Times New Roman" panose="02020603050405020304" pitchFamily="18" charset="0"/>
              </a:defRPr>
            </a:lvl4pPr>
            <a:lvl5pPr>
              <a:lnSpc>
                <a:spcPct val="100000"/>
              </a:lnSpc>
              <a:spcBef>
                <a:spcPts val="624"/>
              </a:spcBef>
              <a:defRPr lang="en-US">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CE5805C8-4641-4DD9-8EEE-8E3542D17AA8}"/>
              </a:ext>
            </a:extLst>
          </p:cNvPr>
          <p:cNvSpPr>
            <a:spLocks noGrp="1"/>
          </p:cNvSpPr>
          <p:nvPr>
            <p:ph type="pic" sz="quarter" idx="13"/>
          </p:nvPr>
        </p:nvSpPr>
        <p:spPr>
          <a:xfrm>
            <a:off x="8366125" y="4035425"/>
            <a:ext cx="835025" cy="1290638"/>
          </a:xfrm>
          <a:prstGeom prst="rect">
            <a:avLst/>
          </a:prstGeom>
        </p:spPr>
        <p:txBody>
          <a:bodyPr/>
          <a:lstStyle/>
          <a:p>
            <a:endParaRPr lang="en-US"/>
          </a:p>
        </p:txBody>
      </p:sp>
      <p:sp>
        <p:nvSpPr>
          <p:cNvPr id="4" name="Table Placeholder 3">
            <a:extLst>
              <a:ext uri="{FF2B5EF4-FFF2-40B4-BE49-F238E27FC236}">
                <a16:creationId xmlns:a16="http://schemas.microsoft.com/office/drawing/2014/main" id="{9A1B72CE-EF87-477F-BA79-2E8C1521179A}"/>
              </a:ext>
            </a:extLst>
          </p:cNvPr>
          <p:cNvSpPr>
            <a:spLocks noGrp="1"/>
          </p:cNvSpPr>
          <p:nvPr>
            <p:ph type="tbl" sz="quarter" idx="14"/>
          </p:nvPr>
        </p:nvSpPr>
        <p:spPr>
          <a:xfrm>
            <a:off x="8366125" y="3125788"/>
            <a:ext cx="684213" cy="682625"/>
          </a:xfrm>
          <a:prstGeom prst="rect">
            <a:avLst/>
          </a:prstGeom>
        </p:spPr>
        <p:txBody>
          <a:bodyPr/>
          <a:lstStyle/>
          <a:p>
            <a:endParaRPr lang="en-US"/>
          </a:p>
        </p:txBody>
      </p:sp>
      <p:sp>
        <p:nvSpPr>
          <p:cNvPr id="10" name="Picture Placeholder 9">
            <a:extLst>
              <a:ext uri="{FF2B5EF4-FFF2-40B4-BE49-F238E27FC236}">
                <a16:creationId xmlns:a16="http://schemas.microsoft.com/office/drawing/2014/main" id="{C4B1DF00-9DC3-492A-B100-4D3272B82AD0}"/>
              </a:ext>
            </a:extLst>
          </p:cNvPr>
          <p:cNvSpPr>
            <a:spLocks noGrp="1"/>
          </p:cNvSpPr>
          <p:nvPr>
            <p:ph type="pic" sz="quarter" idx="15"/>
          </p:nvPr>
        </p:nvSpPr>
        <p:spPr>
          <a:xfrm>
            <a:off x="8366125" y="2214563"/>
            <a:ext cx="777875" cy="682625"/>
          </a:xfrm>
          <a:prstGeom prst="rect">
            <a:avLst/>
          </a:prstGeom>
        </p:spPr>
        <p:txBody>
          <a:bodyPr/>
          <a:lstStyle/>
          <a:p>
            <a:endParaRPr lang="en-US"/>
          </a:p>
        </p:txBody>
      </p:sp>
      <p:sp>
        <p:nvSpPr>
          <p:cNvPr id="12" name="Content Placeholder 11">
            <a:extLst>
              <a:ext uri="{FF2B5EF4-FFF2-40B4-BE49-F238E27FC236}">
                <a16:creationId xmlns:a16="http://schemas.microsoft.com/office/drawing/2014/main" id="{7776DD1F-6897-4F1A-BC22-7DBC28584A42}"/>
              </a:ext>
            </a:extLst>
          </p:cNvPr>
          <p:cNvSpPr>
            <a:spLocks noGrp="1"/>
          </p:cNvSpPr>
          <p:nvPr>
            <p:ph sz="quarter" idx="16"/>
          </p:nvPr>
        </p:nvSpPr>
        <p:spPr>
          <a:xfrm>
            <a:off x="275205" y="4768588"/>
            <a:ext cx="8534400" cy="75882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14" name="Content Placeholder 13">
            <a:extLst>
              <a:ext uri="{FF2B5EF4-FFF2-40B4-BE49-F238E27FC236}">
                <a16:creationId xmlns:a16="http://schemas.microsoft.com/office/drawing/2014/main" id="{98CFB20B-7480-4C5A-8DF1-F11AAD7E5605}"/>
              </a:ext>
            </a:extLst>
          </p:cNvPr>
          <p:cNvSpPr>
            <a:spLocks noGrp="1"/>
          </p:cNvSpPr>
          <p:nvPr>
            <p:ph sz="quarter" idx="17"/>
          </p:nvPr>
        </p:nvSpPr>
        <p:spPr>
          <a:xfrm>
            <a:off x="-816545" y="5053133"/>
            <a:ext cx="8534400" cy="257175"/>
          </a:xfrm>
          <a:prstGeom prst="rect">
            <a:avLst/>
          </a:prstGeom>
        </p:spPr>
        <p:txBody>
          <a:bodyPr/>
          <a:lstStyle>
            <a:lvl1pPr>
              <a:defRPr lang="en-US" sz="2600" smtClean="0">
                <a:latin typeface="Times New Roman" panose="02020603050405020304" pitchFamily="18" charset="0"/>
                <a:cs typeface="Times New Roman" panose="02020603050405020304" pitchFamily="18" charset="0"/>
              </a:defRPr>
            </a:lvl1pPr>
            <a:lvl2pPr>
              <a:defRPr lang="en-US" smtClean="0">
                <a:latin typeface="Times New Roman" panose="02020603050405020304" pitchFamily="18" charset="0"/>
                <a:cs typeface="Times New Roman" panose="02020603050405020304" pitchFamily="18" charset="0"/>
              </a:defRPr>
            </a:lvl2pPr>
            <a:lvl3pPr>
              <a:defRPr lang="en-US" smtClean="0">
                <a:latin typeface="Times New Roman" panose="02020603050405020304" pitchFamily="18" charset="0"/>
                <a:cs typeface="Times New Roman" panose="02020603050405020304" pitchFamily="18" charset="0"/>
              </a:defRPr>
            </a:lvl3pPr>
            <a:lvl4pPr>
              <a:defRPr lang="en-US" smtClean="0">
                <a:latin typeface="Times New Roman" panose="02020603050405020304" pitchFamily="18" charset="0"/>
                <a:cs typeface="Times New Roman" panose="02020603050405020304" pitchFamily="18" charset="0"/>
              </a:defRPr>
            </a:lvl4pPr>
            <a:lvl5pPr>
              <a:defRPr lang="en-US">
                <a:latin typeface="Times New Roman" panose="02020603050405020304" pitchFamily="18" charset="0"/>
                <a:cs typeface="Times New Roman" panose="02020603050405020304" pitchFamily="18" charset="0"/>
              </a:defRPr>
            </a:lvl5pPr>
          </a:lstStyle>
          <a:p>
            <a:pPr lvl="0">
              <a:lnSpc>
                <a:spcPct val="100000"/>
              </a:lnSpc>
              <a:spcBef>
                <a:spcPts val="624"/>
              </a:spcBef>
              <a:buClr>
                <a:srgbClr val="911B21"/>
              </a:buClr>
            </a:pPr>
            <a:r>
              <a:rPr lang="en-US" dirty="0"/>
              <a:t>Click to edit Master text styles</a:t>
            </a:r>
          </a:p>
          <a:p>
            <a:pPr lvl="1">
              <a:lnSpc>
                <a:spcPct val="100000"/>
              </a:lnSpc>
              <a:spcBef>
                <a:spcPts val="624"/>
              </a:spcBef>
              <a:buClr>
                <a:srgbClr val="911B21"/>
              </a:buClr>
              <a:buSzPct val="80000"/>
              <a:buFont typeface="Courier New" panose="02070309020205020404" pitchFamily="49" charset="0"/>
              <a:buChar char="o"/>
            </a:pPr>
            <a:r>
              <a:rPr lang="en-US" dirty="0"/>
              <a:t>Second level</a:t>
            </a:r>
          </a:p>
          <a:p>
            <a:pPr lvl="2">
              <a:lnSpc>
                <a:spcPct val="100000"/>
              </a:lnSpc>
              <a:spcBef>
                <a:spcPts val="624"/>
              </a:spcBef>
            </a:pPr>
            <a:r>
              <a:rPr lang="en-US" dirty="0"/>
              <a:t>Third level</a:t>
            </a:r>
          </a:p>
          <a:p>
            <a:pPr lvl="3">
              <a:lnSpc>
                <a:spcPct val="100000"/>
              </a:lnSpc>
              <a:spcBef>
                <a:spcPts val="624"/>
              </a:spcBef>
            </a:pPr>
            <a:r>
              <a:rPr lang="en-US" dirty="0"/>
              <a:t>Fourth level</a:t>
            </a:r>
          </a:p>
          <a:p>
            <a:pPr lvl="4">
              <a:lnSpc>
                <a:spcPct val="100000"/>
              </a:lnSpc>
              <a:spcBef>
                <a:spcPts val="624"/>
              </a:spcBef>
            </a:pPr>
            <a:r>
              <a:rPr lang="en-US" dirty="0"/>
              <a:t>Fifth level</a:t>
            </a:r>
          </a:p>
        </p:txBody>
      </p:sp>
      <p:sp>
        <p:nvSpPr>
          <p:cNvPr id="5" name="Picture Placeholder 4">
            <a:extLst>
              <a:ext uri="{FF2B5EF4-FFF2-40B4-BE49-F238E27FC236}">
                <a16:creationId xmlns:a16="http://schemas.microsoft.com/office/drawing/2014/main" id="{EB687367-93D1-4521-BBD6-A0564CA4FC64}"/>
              </a:ext>
            </a:extLst>
          </p:cNvPr>
          <p:cNvSpPr>
            <a:spLocks noGrp="1"/>
          </p:cNvSpPr>
          <p:nvPr>
            <p:ph type="pic" sz="quarter" idx="18"/>
          </p:nvPr>
        </p:nvSpPr>
        <p:spPr>
          <a:xfrm>
            <a:off x="9201150" y="3049588"/>
            <a:ext cx="835025" cy="985837"/>
          </a:xfrm>
          <a:prstGeom prst="rect">
            <a:avLst/>
          </a:prstGeom>
        </p:spPr>
        <p:txBody>
          <a:bodyPr/>
          <a:lstStyle/>
          <a:p>
            <a:endParaRPr lang="en-US"/>
          </a:p>
        </p:txBody>
      </p:sp>
    </p:spTree>
    <p:extLst>
      <p:ext uri="{BB962C8B-B14F-4D97-AF65-F5344CB8AC3E}">
        <p14:creationId xmlns:p14="http://schemas.microsoft.com/office/powerpoint/2010/main" val="9547682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15240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3429000"/>
            <a:ext cx="8534400" cy="15240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5029200"/>
            <a:ext cx="8534400" cy="99060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Slide Number Placeholder 3">
            <a:extLst>
              <a:ext uri="{FF2B5EF4-FFF2-40B4-BE49-F238E27FC236}">
                <a16:creationId xmlns:a16="http://schemas.microsoft.com/office/drawing/2014/main" id="{A72BACE4-69FF-4409-99CE-9BCD2C9878D8}"/>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0" name="Footer Placeholder 4">
            <a:extLst>
              <a:ext uri="{FF2B5EF4-FFF2-40B4-BE49-F238E27FC236}">
                <a16:creationId xmlns:a16="http://schemas.microsoft.com/office/drawing/2014/main" id="{277DF617-D7C9-4AAC-ABB4-DFF0A77AE8FF}"/>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892353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9533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5766107"/>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Slide Number Placeholder 3">
            <a:extLst>
              <a:ext uri="{FF2B5EF4-FFF2-40B4-BE49-F238E27FC236}">
                <a16:creationId xmlns:a16="http://schemas.microsoft.com/office/drawing/2014/main" id="{C3A17AB6-8208-4636-B70A-4B280921E8E8}"/>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2" name="Footer Placeholder 4">
            <a:extLst>
              <a:ext uri="{FF2B5EF4-FFF2-40B4-BE49-F238E27FC236}">
                <a16:creationId xmlns:a16="http://schemas.microsoft.com/office/drawing/2014/main" id="{9D48A4B4-62FA-47D4-A8EC-046A13201B68}"/>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5076990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68976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518260"/>
            <a:ext cx="8534400" cy="75895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3353105"/>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0" y="40361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0" y="479511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IN" dirty="0"/>
              <a:t>Copyright ©2020 John Wiley &amp; Sons, Inc. </a:t>
            </a:r>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04800" y="55540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Slide Number Placeholder 3">
            <a:extLst>
              <a:ext uri="{FF2B5EF4-FFF2-40B4-BE49-F238E27FC236}">
                <a16:creationId xmlns:a16="http://schemas.microsoft.com/office/drawing/2014/main" id="{3FC7C8C2-8E53-4648-8149-C8D83CA97CE9}"/>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3" name="Footer Placeholder 4">
            <a:extLst>
              <a:ext uri="{FF2B5EF4-FFF2-40B4-BE49-F238E27FC236}">
                <a16:creationId xmlns:a16="http://schemas.microsoft.com/office/drawing/2014/main" id="{37BE712D-A6E6-4E02-9B94-8A539F732706}"/>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90411644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5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84155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973630"/>
            <a:ext cx="8534400" cy="83484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304800" y="4118460"/>
            <a:ext cx="853440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8" name="Content Placeholder 8">
            <a:extLst>
              <a:ext uri="{FF2B5EF4-FFF2-40B4-BE49-F238E27FC236}">
                <a16:creationId xmlns:a16="http://schemas.microsoft.com/office/drawing/2014/main" id="{F641CCC3-3BAF-49BA-81A2-3696342DF5C5}"/>
              </a:ext>
            </a:extLst>
          </p:cNvPr>
          <p:cNvSpPr>
            <a:spLocks noGrp="1"/>
          </p:cNvSpPr>
          <p:nvPr>
            <p:ph sz="quarter" idx="19"/>
          </p:nvPr>
        </p:nvSpPr>
        <p:spPr>
          <a:xfrm>
            <a:off x="304801" y="4953305"/>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0" name="Content Placeholder 8">
            <a:extLst>
              <a:ext uri="{FF2B5EF4-FFF2-40B4-BE49-F238E27FC236}">
                <a16:creationId xmlns:a16="http://schemas.microsoft.com/office/drawing/2014/main" id="{F641CCC3-3BAF-49BA-81A2-3696342DF5C5}"/>
              </a:ext>
            </a:extLst>
          </p:cNvPr>
          <p:cNvSpPr>
            <a:spLocks noGrp="1"/>
          </p:cNvSpPr>
          <p:nvPr>
            <p:ph sz="quarter" idx="20"/>
          </p:nvPr>
        </p:nvSpPr>
        <p:spPr>
          <a:xfrm>
            <a:off x="304801" y="5766107"/>
            <a:ext cx="2445720"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8">
            <a:extLst>
              <a:ext uri="{FF2B5EF4-FFF2-40B4-BE49-F238E27FC236}">
                <a16:creationId xmlns:a16="http://schemas.microsoft.com/office/drawing/2014/main" id="{F641CCC3-3BAF-49BA-81A2-3696342DF5C5}"/>
              </a:ext>
            </a:extLst>
          </p:cNvPr>
          <p:cNvSpPr>
            <a:spLocks noGrp="1"/>
          </p:cNvSpPr>
          <p:nvPr>
            <p:ph sz="quarter" idx="21"/>
          </p:nvPr>
        </p:nvSpPr>
        <p:spPr>
          <a:xfrm>
            <a:off x="3129995"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2" name="Content Placeholder 8">
            <a:extLst>
              <a:ext uri="{FF2B5EF4-FFF2-40B4-BE49-F238E27FC236}">
                <a16:creationId xmlns:a16="http://schemas.microsoft.com/office/drawing/2014/main" id="{F641CCC3-3BAF-49BA-81A2-3696342DF5C5}"/>
              </a:ext>
            </a:extLst>
          </p:cNvPr>
          <p:cNvSpPr>
            <a:spLocks noGrp="1"/>
          </p:cNvSpPr>
          <p:nvPr>
            <p:ph sz="quarter" idx="22"/>
          </p:nvPr>
        </p:nvSpPr>
        <p:spPr>
          <a:xfrm>
            <a:off x="3129995"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8">
            <a:extLst>
              <a:ext uri="{FF2B5EF4-FFF2-40B4-BE49-F238E27FC236}">
                <a16:creationId xmlns:a16="http://schemas.microsoft.com/office/drawing/2014/main" id="{F641CCC3-3BAF-49BA-81A2-3696342DF5C5}"/>
              </a:ext>
            </a:extLst>
          </p:cNvPr>
          <p:cNvSpPr>
            <a:spLocks noGrp="1"/>
          </p:cNvSpPr>
          <p:nvPr>
            <p:ph sz="quarter" idx="23"/>
          </p:nvPr>
        </p:nvSpPr>
        <p:spPr>
          <a:xfrm>
            <a:off x="6115050" y="4948654"/>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4" name="Content Placeholder 8">
            <a:extLst>
              <a:ext uri="{FF2B5EF4-FFF2-40B4-BE49-F238E27FC236}">
                <a16:creationId xmlns:a16="http://schemas.microsoft.com/office/drawing/2014/main" id="{F641CCC3-3BAF-49BA-81A2-3696342DF5C5}"/>
              </a:ext>
            </a:extLst>
          </p:cNvPr>
          <p:cNvSpPr>
            <a:spLocks noGrp="1"/>
          </p:cNvSpPr>
          <p:nvPr>
            <p:ph sz="quarter" idx="24"/>
          </p:nvPr>
        </p:nvSpPr>
        <p:spPr>
          <a:xfrm>
            <a:off x="6115050" y="5761456"/>
            <a:ext cx="2504535" cy="524860"/>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4BE15919-8751-4BE4-AA33-50DF1CCA64E4}"/>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6" name="Footer Placeholder 4">
            <a:extLst>
              <a:ext uri="{FF2B5EF4-FFF2-40B4-BE49-F238E27FC236}">
                <a16:creationId xmlns:a16="http://schemas.microsoft.com/office/drawing/2014/main" id="{35B39872-5D7C-431B-B547-3FC6F0E6034C}"/>
              </a:ext>
            </a:extLst>
          </p:cNvPr>
          <p:cNvSpPr txBox="1">
            <a:spLocks/>
          </p:cNvSpPr>
          <p:nvPr userDrawn="1"/>
        </p:nvSpPr>
        <p:spPr>
          <a:xfrm>
            <a:off x="3028950" y="6363505"/>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341491647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533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p:cNvSpPr>
            <a:spLocks noGrp="1"/>
          </p:cNvSpPr>
          <p:nvPr>
            <p:ph type="sldNum" sz="quarter" idx="10"/>
          </p:nvPr>
        </p:nvSpPr>
        <p:spPr/>
        <p:txBody>
          <a:bodyPr/>
          <a:lstStyle/>
          <a:p>
            <a:fld id="{67B19427-F580-D146-B60E-4CADEE75497F}" type="slidenum">
              <a:rPr lang="en-US" smtClean="0"/>
              <a:pPr/>
              <a:t>‹#›</a:t>
            </a:fld>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375848"/>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764808"/>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2982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831608"/>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4365008"/>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822208"/>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5279408"/>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660408"/>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15" name="Slide Number Placeholder 3">
            <a:extLst>
              <a:ext uri="{FF2B5EF4-FFF2-40B4-BE49-F238E27FC236}">
                <a16:creationId xmlns:a16="http://schemas.microsoft.com/office/drawing/2014/main" id="{78EB9964-3E34-4002-B0B3-CA179067C39A}"/>
              </a:ext>
            </a:extLst>
          </p:cNvPr>
          <p:cNvSpPr txBox="1">
            <a:spLocks/>
          </p:cNvSpPr>
          <p:nvPr userDrawn="1"/>
        </p:nvSpPr>
        <p:spPr>
          <a:xfrm>
            <a:off x="6457950" y="6363505"/>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19" name="Footer Placeholder 4">
            <a:extLst>
              <a:ext uri="{FF2B5EF4-FFF2-40B4-BE49-F238E27FC236}">
                <a16:creationId xmlns:a16="http://schemas.microsoft.com/office/drawing/2014/main" id="{8894F196-3B10-478F-B710-339354FA9E3E}"/>
              </a:ext>
            </a:extLst>
          </p:cNvPr>
          <p:cNvSpPr txBox="1">
            <a:spLocks/>
          </p:cNvSpPr>
          <p:nvPr userDrawn="1"/>
        </p:nvSpPr>
        <p:spPr>
          <a:xfrm>
            <a:off x="3031213" y="6362401"/>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Tree>
    <p:extLst>
      <p:ext uri="{BB962C8B-B14F-4D97-AF65-F5344CB8AC3E}">
        <p14:creationId xmlns:p14="http://schemas.microsoft.com/office/powerpoint/2010/main" val="8923533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Section">
    <p:spTree>
      <p:nvGrpSpPr>
        <p:cNvPr id="1" name=""/>
        <p:cNvGrpSpPr/>
        <p:nvPr/>
      </p:nvGrpSpPr>
      <p:grpSpPr>
        <a:xfrm>
          <a:off x="0" y="0"/>
          <a:ext cx="0" cy="0"/>
          <a:chOff x="0" y="0"/>
          <a:chExt cx="0" cy="0"/>
        </a:xfrm>
      </p:grpSpPr>
      <p:sp>
        <p:nvSpPr>
          <p:cNvPr id="2"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p:cNvSpPr>
            <a:spLocks noGrp="1"/>
          </p:cNvSpPr>
          <p:nvPr>
            <p:ph sz="quarter" idx="16"/>
          </p:nvPr>
        </p:nvSpPr>
        <p:spPr>
          <a:xfrm>
            <a:off x="304800" y="1752600"/>
            <a:ext cx="8534400" cy="408709"/>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6">
            <a:extLst>
              <a:ext uri="{FF2B5EF4-FFF2-40B4-BE49-F238E27FC236}">
                <a16:creationId xmlns:a16="http://schemas.microsoft.com/office/drawing/2014/main" id="{9C45D28D-E050-4820-AFD5-BCEEE93DFAD9}"/>
              </a:ext>
            </a:extLst>
          </p:cNvPr>
          <p:cNvSpPr>
            <a:spLocks noGrp="1"/>
          </p:cNvSpPr>
          <p:nvPr>
            <p:ph sz="quarter" idx="17"/>
          </p:nvPr>
        </p:nvSpPr>
        <p:spPr>
          <a:xfrm>
            <a:off x="304800" y="2214680"/>
            <a:ext cx="8534400" cy="291152"/>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9" name="Content Placeholder 8">
            <a:extLst>
              <a:ext uri="{FF2B5EF4-FFF2-40B4-BE49-F238E27FC236}">
                <a16:creationId xmlns:a16="http://schemas.microsoft.com/office/drawing/2014/main" id="{F641CCC3-3BAF-49BA-81A2-3696342DF5C5}"/>
              </a:ext>
            </a:extLst>
          </p:cNvPr>
          <p:cNvSpPr>
            <a:spLocks noGrp="1"/>
          </p:cNvSpPr>
          <p:nvPr>
            <p:ph sz="quarter" idx="18"/>
          </p:nvPr>
        </p:nvSpPr>
        <p:spPr>
          <a:xfrm>
            <a:off x="291152" y="2594155"/>
            <a:ext cx="8534400" cy="394648"/>
          </a:xfrm>
          <a:prstGeom prst="rect">
            <a:avLst/>
          </a:prstGeom>
        </p:spPr>
        <p:txBody>
          <a:bodyPr/>
          <a:lstStyle>
            <a:lvl1pPr marL="0" indent="0">
              <a:buNone/>
              <a:defRPr baseline="0">
                <a:latin typeface="Times New Roman" pitchFamily="18" charset="0"/>
              </a:defRPr>
            </a:lvl1pPr>
          </a:lstStyle>
          <a:p>
            <a:pPr lvl="0"/>
            <a:endParaRPr lang="en-US" dirty="0"/>
          </a:p>
        </p:txBody>
      </p:sp>
      <p:sp>
        <p:nvSpPr>
          <p:cNvPr id="10" name="Content Placeholder 9"/>
          <p:cNvSpPr>
            <a:spLocks noGrp="1"/>
          </p:cNvSpPr>
          <p:nvPr>
            <p:ph sz="quarter" idx="19"/>
          </p:nvPr>
        </p:nvSpPr>
        <p:spPr>
          <a:xfrm>
            <a:off x="304800" y="304952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2" name="Content Placeholder 11"/>
          <p:cNvSpPr>
            <a:spLocks noGrp="1"/>
          </p:cNvSpPr>
          <p:nvPr>
            <p:ph sz="quarter" idx="20"/>
          </p:nvPr>
        </p:nvSpPr>
        <p:spPr>
          <a:xfrm>
            <a:off x="304800" y="3504895"/>
            <a:ext cx="8534400" cy="3810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4" name="Content Placeholder 13"/>
          <p:cNvSpPr>
            <a:spLocks noGrp="1"/>
          </p:cNvSpPr>
          <p:nvPr>
            <p:ph sz="quarter" idx="21"/>
          </p:nvPr>
        </p:nvSpPr>
        <p:spPr>
          <a:xfrm>
            <a:off x="304800" y="3960265"/>
            <a:ext cx="8534400" cy="304800"/>
          </a:xfrm>
          <a:prstGeom prst="rect">
            <a:avLst/>
          </a:prstGeom>
        </p:spPr>
        <p:txBody>
          <a:bodyPr/>
          <a:lstStyle>
            <a:lvl1pPr>
              <a:buNone/>
              <a:defRPr baseline="0">
                <a:latin typeface="Times New Roman" pitchFamily="18" charset="0"/>
              </a:defRPr>
            </a:lvl1pPr>
            <a:lvl2pPr>
              <a:defRPr baseline="0">
                <a:latin typeface="Times New Roman" pitchFamily="18" charset="0"/>
              </a:defRPr>
            </a:lvl2pPr>
            <a:lvl3pPr>
              <a:defRPr baseline="0">
                <a:latin typeface="Times New Roman" pitchFamily="18" charset="0"/>
              </a:defRPr>
            </a:lvl3pPr>
            <a:lvl4pPr>
              <a:defRPr baseline="0">
                <a:latin typeface="Times New Roman" pitchFamily="18" charset="0"/>
              </a:defRPr>
            </a:lvl4pPr>
            <a:lvl5pPr>
              <a:defRPr baseline="0">
                <a:latin typeface="Times New Roman" pitchFamily="18" charset="0"/>
              </a:defRPr>
            </a:lvl5pPr>
          </a:lstStyle>
          <a:p>
            <a:pPr lvl="0"/>
            <a:endParaRPr lang="en-US" dirty="0"/>
          </a:p>
        </p:txBody>
      </p:sp>
      <p:sp>
        <p:nvSpPr>
          <p:cNvPr id="16" name="Content Placeholder 15"/>
          <p:cNvSpPr>
            <a:spLocks noGrp="1"/>
          </p:cNvSpPr>
          <p:nvPr>
            <p:ph sz="quarter" idx="22"/>
          </p:nvPr>
        </p:nvSpPr>
        <p:spPr>
          <a:xfrm>
            <a:off x="304800" y="4415635"/>
            <a:ext cx="8534400" cy="304800"/>
          </a:xfrm>
          <a:prstGeom prst="rect">
            <a:avLst/>
          </a:prstGeom>
        </p:spPr>
        <p:txBody>
          <a:bodyPr/>
          <a:lstStyle>
            <a:lvl1pPr>
              <a:buNone/>
              <a:defRPr cap="none" baseline="0">
                <a:latin typeface="Times New Roman" pitchFamily="18" charset="0"/>
              </a:defRPr>
            </a:lvl1pPr>
          </a:lstStyle>
          <a:p>
            <a:pPr lvl="0"/>
            <a:endParaRPr lang="en-US" dirty="0"/>
          </a:p>
        </p:txBody>
      </p:sp>
      <p:sp>
        <p:nvSpPr>
          <p:cNvPr id="18" name="Content Placeholder 17"/>
          <p:cNvSpPr>
            <a:spLocks noGrp="1"/>
          </p:cNvSpPr>
          <p:nvPr>
            <p:ph sz="quarter" idx="23"/>
          </p:nvPr>
        </p:nvSpPr>
        <p:spPr>
          <a:xfrm>
            <a:off x="304800" y="4871005"/>
            <a:ext cx="8534400" cy="304800"/>
          </a:xfrm>
          <a:prstGeom prst="rect">
            <a:avLst/>
          </a:prstGeom>
        </p:spPr>
        <p:txBody>
          <a:bodyPr/>
          <a:lstStyle>
            <a:lvl1pPr>
              <a:buNone/>
              <a:defRPr baseline="0">
                <a:latin typeface="Times New Roman" pitchFamily="18" charset="0"/>
              </a:defRPr>
            </a:lvl1pPr>
          </a:lstStyle>
          <a:p>
            <a:pPr lvl="0"/>
            <a:endParaRPr lang="en-US" dirty="0"/>
          </a:p>
        </p:txBody>
      </p:sp>
      <p:sp>
        <p:nvSpPr>
          <p:cNvPr id="20" name="Content Placeholder 19"/>
          <p:cNvSpPr>
            <a:spLocks noGrp="1"/>
          </p:cNvSpPr>
          <p:nvPr>
            <p:ph sz="quarter" idx="24"/>
          </p:nvPr>
        </p:nvSpPr>
        <p:spPr>
          <a:xfrm>
            <a:off x="381000" y="5326375"/>
            <a:ext cx="8458200" cy="228600"/>
          </a:xfrm>
          <a:prstGeom prst="rect">
            <a:avLst/>
          </a:prstGeom>
        </p:spPr>
        <p:txBody>
          <a:bodyPr/>
          <a:lstStyle>
            <a:lvl1pPr>
              <a:buNone/>
              <a:defRPr baseline="0">
                <a:latin typeface="Times New Roman" pitchFamily="18" charset="0"/>
              </a:defRPr>
            </a:lvl1pPr>
          </a:lstStyle>
          <a:p>
            <a:pPr lvl="0"/>
            <a:endParaRPr lang="en-US" dirty="0"/>
          </a:p>
        </p:txBody>
      </p:sp>
      <p:sp>
        <p:nvSpPr>
          <p:cNvPr id="8" name="Content Placeholder 7">
            <a:extLst>
              <a:ext uri="{FF2B5EF4-FFF2-40B4-BE49-F238E27FC236}">
                <a16:creationId xmlns:a16="http://schemas.microsoft.com/office/drawing/2014/main" id="{58E4D1A0-6F20-4C86-8185-E1F69676C220}"/>
              </a:ext>
            </a:extLst>
          </p:cNvPr>
          <p:cNvSpPr>
            <a:spLocks noGrp="1"/>
          </p:cNvSpPr>
          <p:nvPr>
            <p:ph sz="quarter" idx="25"/>
          </p:nvPr>
        </p:nvSpPr>
        <p:spPr>
          <a:xfrm>
            <a:off x="322263" y="5781745"/>
            <a:ext cx="4856897" cy="304800"/>
          </a:xfrm>
          <a:prstGeom prst="rect">
            <a:avLst/>
          </a:prstGeom>
        </p:spPr>
        <p:txBody>
          <a:bodyPr/>
          <a:lstStyle>
            <a:lvl1pPr marL="0" indent="0">
              <a:buNone/>
              <a:defRPr/>
            </a:lvl1pPr>
          </a:lstStyle>
          <a:p>
            <a:pPr lvl="0"/>
            <a:endParaRPr lang="en-US" dirty="0"/>
          </a:p>
        </p:txBody>
      </p:sp>
      <p:sp>
        <p:nvSpPr>
          <p:cNvPr id="15" name="Content Placeholder 7">
            <a:extLst>
              <a:ext uri="{FF2B5EF4-FFF2-40B4-BE49-F238E27FC236}">
                <a16:creationId xmlns:a16="http://schemas.microsoft.com/office/drawing/2014/main" id="{58E4D1A0-6F20-4C86-8185-E1F69676C220}"/>
              </a:ext>
            </a:extLst>
          </p:cNvPr>
          <p:cNvSpPr>
            <a:spLocks noGrp="1"/>
          </p:cNvSpPr>
          <p:nvPr>
            <p:ph sz="quarter" idx="26"/>
          </p:nvPr>
        </p:nvSpPr>
        <p:spPr>
          <a:xfrm>
            <a:off x="3888945" y="5764248"/>
            <a:ext cx="4856897" cy="304800"/>
          </a:xfrm>
          <a:prstGeom prst="rect">
            <a:avLst/>
          </a:prstGeom>
        </p:spPr>
        <p:txBody>
          <a:bodyPr/>
          <a:lstStyle>
            <a:lvl1pPr marL="0" indent="0">
              <a:buNone/>
              <a:defRPr/>
            </a:lvl1pPr>
          </a:lstStyle>
          <a:p>
            <a:pPr lvl="0"/>
            <a:endParaRPr lang="en-US" dirty="0"/>
          </a:p>
        </p:txBody>
      </p:sp>
      <p:sp>
        <p:nvSpPr>
          <p:cNvPr id="23" name="Slide Number Placeholder 3">
            <a:extLst>
              <a:ext uri="{FF2B5EF4-FFF2-40B4-BE49-F238E27FC236}">
                <a16:creationId xmlns:a16="http://schemas.microsoft.com/office/drawing/2014/main" id="{CDD379F8-4629-41B2-BDC1-409D9A0ECF5E}"/>
              </a:ext>
            </a:extLst>
          </p:cNvPr>
          <p:cNvSpPr txBox="1">
            <a:spLocks/>
          </p:cNvSpPr>
          <p:nvPr userDrawn="1"/>
        </p:nvSpPr>
        <p:spPr>
          <a:xfrm>
            <a:off x="6456745" y="6356361"/>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24" name="Footer Placeholder 4">
            <a:extLst>
              <a:ext uri="{FF2B5EF4-FFF2-40B4-BE49-F238E27FC236}">
                <a16:creationId xmlns:a16="http://schemas.microsoft.com/office/drawing/2014/main" id="{8894F196-3B10-478F-B710-339354FA9E3E}"/>
              </a:ext>
            </a:extLst>
          </p:cNvPr>
          <p:cNvSpPr txBox="1">
            <a:spLocks/>
          </p:cNvSpPr>
          <p:nvPr userDrawn="1"/>
        </p:nvSpPr>
        <p:spPr>
          <a:xfrm>
            <a:off x="3027745" y="6356361"/>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Copyright ©2021 John Wiley &amp; Sons, Inc. </a:t>
            </a:r>
          </a:p>
        </p:txBody>
      </p:sp>
    </p:spTree>
    <p:extLst>
      <p:ext uri="{BB962C8B-B14F-4D97-AF65-F5344CB8AC3E}">
        <p14:creationId xmlns:p14="http://schemas.microsoft.com/office/powerpoint/2010/main" val="14373054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445135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8" name="Slide Number Placeholder 3">
            <a:extLst>
              <a:ext uri="{FF2B5EF4-FFF2-40B4-BE49-F238E27FC236}">
                <a16:creationId xmlns:a16="http://schemas.microsoft.com/office/drawing/2014/main" id="{46ACF59F-042B-4CE1-AAE4-2FA4499AB366}"/>
              </a:ext>
            </a:extLst>
          </p:cNvPr>
          <p:cNvSpPr txBox="1">
            <a:spLocks/>
          </p:cNvSpPr>
          <p:nvPr userDrawn="1"/>
        </p:nvSpPr>
        <p:spPr>
          <a:xfrm>
            <a:off x="6457950" y="6356350"/>
            <a:ext cx="2381250" cy="365125"/>
          </a:xfrm>
          <a:prstGeom prst="rect">
            <a:avLst/>
          </a:prstGeom>
        </p:spPr>
        <p:txBody>
          <a:bodyPr vert="horz" lIns="91440" tIns="45720" rIns="91440" bIns="45720" rtlCol="0" anchor="ctr"/>
          <a:lstStyle>
            <a:defPPr>
              <a:defRPr lang="en-US"/>
            </a:defPPr>
            <a:lvl1pPr marL="0" algn="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7B19427-F580-D146-B60E-4CADEE75497F}" type="slidenum">
              <a:rPr lang="en-US" smtClean="0"/>
              <a:pPr/>
              <a:t>‹#›</a:t>
            </a:fld>
            <a:endParaRPr lang="en-US" dirty="0"/>
          </a:p>
        </p:txBody>
      </p:sp>
      <p:sp>
        <p:nvSpPr>
          <p:cNvPr id="9" name="Footer Placeholder 4">
            <a:extLst>
              <a:ext uri="{FF2B5EF4-FFF2-40B4-BE49-F238E27FC236}">
                <a16:creationId xmlns:a16="http://schemas.microsoft.com/office/drawing/2014/main" id="{7642CDE9-7E9A-40FF-9BB8-77380C68654E}"/>
              </a:ext>
            </a:extLst>
          </p:cNvPr>
          <p:cNvSpPr txBox="1">
            <a:spLocks/>
          </p:cNvSpPr>
          <p:nvPr userDrawn="1"/>
        </p:nvSpPr>
        <p:spPr>
          <a:xfrm>
            <a:off x="3028950" y="6356350"/>
            <a:ext cx="3086100" cy="365125"/>
          </a:xfrm>
          <a:prstGeom prst="rect">
            <a:avLst/>
          </a:prstGeom>
        </p:spPr>
        <p:txBody>
          <a:bodyPr vert="horz" lIns="91440" tIns="45720" rIns="91440" bIns="45720" rtlCol="0" anchor="ctr"/>
          <a:lstStyle>
            <a:defPPr>
              <a:defRPr lang="en-US"/>
            </a:defPPr>
            <a:lvl1pPr marL="0" algn="ctr" defTabSz="914400" rtl="0" eaLnBrk="1" latinLnBrk="0" hangingPunct="1">
              <a:defRPr sz="1200" b="0" i="0" kern="1200">
                <a:solidFill>
                  <a:schemeClr val="tx1">
                    <a:tint val="75000"/>
                  </a:schemeClr>
                </a:solidFill>
                <a:latin typeface="Times New Roman" charset="0"/>
                <a:ea typeface="Times New Roman" charset="0"/>
                <a:cs typeface="Times New Roman"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Copyright ©2020 John Wiley &amp; Sons, Inc. </a:t>
            </a:r>
            <a:endParaRPr lang="en-US" dirty="0"/>
          </a:p>
        </p:txBody>
      </p:sp>
    </p:spTree>
    <p:extLst>
      <p:ext uri="{BB962C8B-B14F-4D97-AF65-F5344CB8AC3E}">
        <p14:creationId xmlns:p14="http://schemas.microsoft.com/office/powerpoint/2010/main" val="12647604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281940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2286000" y="4724400"/>
            <a:ext cx="4572000" cy="148907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Tree>
    <p:extLst>
      <p:ext uri="{BB962C8B-B14F-4D97-AF65-F5344CB8AC3E}">
        <p14:creationId xmlns:p14="http://schemas.microsoft.com/office/powerpoint/2010/main" val="6132984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Title "/>
          <p:cNvSpPr>
            <a:spLocks noGrp="1"/>
          </p:cNvSpPr>
          <p:nvPr>
            <p:ph type="title" hasCustomPrompt="1"/>
          </p:nvPr>
        </p:nvSpPr>
        <p:spPr>
          <a:xfrm>
            <a:off x="304800" y="762001"/>
            <a:ext cx="8534400" cy="838199"/>
          </a:xfrm>
          <a:prstGeom prst="rect">
            <a:avLst/>
          </a:prstGeom>
        </p:spPr>
        <p:txBody>
          <a:bodyPr/>
          <a:lstStyle>
            <a:lvl1pPr>
              <a:defRPr sz="4000" b="1" i="0">
                <a:solidFill>
                  <a:schemeClr val="accent1"/>
                </a:solidFill>
                <a:latin typeface="Times New Roman" charset="0"/>
                <a:ea typeface="Times New Roman" charset="0"/>
                <a:cs typeface="Times New Roman" charset="0"/>
              </a:defRPr>
            </a:lvl1pPr>
          </a:lstStyle>
          <a:p>
            <a:r>
              <a:rPr lang="en-US" dirty="0"/>
              <a:t>Section or Topic Heading</a:t>
            </a:r>
          </a:p>
        </p:txBody>
      </p:sp>
      <p:sp>
        <p:nvSpPr>
          <p:cNvPr id="6" name="Content Placeholder 1"/>
          <p:cNvSpPr>
            <a:spLocks noGrp="1"/>
          </p:cNvSpPr>
          <p:nvPr>
            <p:ph sz="quarter" idx="16"/>
          </p:nvPr>
        </p:nvSpPr>
        <p:spPr>
          <a:xfrm>
            <a:off x="3048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7" name="Content Placeholder 2"/>
          <p:cNvSpPr>
            <a:spLocks noGrp="1"/>
          </p:cNvSpPr>
          <p:nvPr>
            <p:ph sz="quarter" idx="17"/>
          </p:nvPr>
        </p:nvSpPr>
        <p:spPr>
          <a:xfrm>
            <a:off x="4724400" y="1752600"/>
            <a:ext cx="4114800" cy="1828190"/>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3" name="Slide Number Placeholder 2"/>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
        <p:nvSpPr>
          <p:cNvPr id="9" name="Content Placeholder 8"/>
          <p:cNvSpPr>
            <a:spLocks noGrp="1"/>
          </p:cNvSpPr>
          <p:nvPr>
            <p:ph sz="quarter" idx="18"/>
          </p:nvPr>
        </p:nvSpPr>
        <p:spPr>
          <a:xfrm>
            <a:off x="321880" y="3808475"/>
            <a:ext cx="4174225" cy="834845"/>
          </a:xfrm>
          <a:prstGeom prst="rect">
            <a:avLst/>
          </a:prstGeom>
        </p:spPr>
        <p:txBody>
          <a:bodyPr/>
          <a:lstStyle>
            <a:lvl1pPr marL="0" indent="0">
              <a:buNone/>
              <a:defRPr sz="2800" b="0" i="0">
                <a:latin typeface="Times New Roman" charset="0"/>
                <a:ea typeface="Times New Roman" charset="0"/>
                <a:cs typeface="Times New Roman" charset="0"/>
              </a:defRPr>
            </a:lvl1pPr>
          </a:lstStyle>
          <a:p>
            <a:pPr lvl="0"/>
            <a:endParaRPr lang="en-US" dirty="0"/>
          </a:p>
        </p:txBody>
      </p:sp>
      <p:sp>
        <p:nvSpPr>
          <p:cNvPr id="8" name="Content Placeholder 7">
            <a:extLst>
              <a:ext uri="{FF2B5EF4-FFF2-40B4-BE49-F238E27FC236}">
                <a16:creationId xmlns:a16="http://schemas.microsoft.com/office/drawing/2014/main" id="{ECAAD719-5BF0-4C5E-BE8A-5C3956869DF9}"/>
              </a:ext>
            </a:extLst>
          </p:cNvPr>
          <p:cNvSpPr>
            <a:spLocks noGrp="1"/>
          </p:cNvSpPr>
          <p:nvPr>
            <p:ph sz="quarter" idx="19"/>
          </p:nvPr>
        </p:nvSpPr>
        <p:spPr>
          <a:xfrm>
            <a:off x="4724400" y="3808413"/>
            <a:ext cx="4097338" cy="835025"/>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1" name="Content Placeholder 10">
            <a:extLst>
              <a:ext uri="{FF2B5EF4-FFF2-40B4-BE49-F238E27FC236}">
                <a16:creationId xmlns:a16="http://schemas.microsoft.com/office/drawing/2014/main" id="{DA815FFC-5DD1-44FE-91D7-17E9AFE9E701}"/>
              </a:ext>
            </a:extLst>
          </p:cNvPr>
          <p:cNvSpPr>
            <a:spLocks noGrp="1"/>
          </p:cNvSpPr>
          <p:nvPr>
            <p:ph sz="quarter" idx="20"/>
          </p:nvPr>
        </p:nvSpPr>
        <p:spPr>
          <a:xfrm>
            <a:off x="322262" y="4795838"/>
            <a:ext cx="4249738" cy="682327"/>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
        <p:nvSpPr>
          <p:cNvPr id="13" name="Content Placeholder 12">
            <a:extLst>
              <a:ext uri="{FF2B5EF4-FFF2-40B4-BE49-F238E27FC236}">
                <a16:creationId xmlns:a16="http://schemas.microsoft.com/office/drawing/2014/main" id="{5C82916B-0585-4B7E-9C9B-A7650469BF47}"/>
              </a:ext>
            </a:extLst>
          </p:cNvPr>
          <p:cNvSpPr>
            <a:spLocks noGrp="1"/>
          </p:cNvSpPr>
          <p:nvPr>
            <p:ph sz="quarter" idx="21"/>
          </p:nvPr>
        </p:nvSpPr>
        <p:spPr>
          <a:xfrm>
            <a:off x="4648200" y="4795839"/>
            <a:ext cx="4022130" cy="758222"/>
          </a:xfrm>
          <a:prstGeom prst="rect">
            <a:avLst/>
          </a:prstGeom>
        </p:spPr>
        <p:txBody>
          <a:bodyPr/>
          <a:lstStyle>
            <a:lvl1pPr marL="0" indent="0">
              <a:buNone/>
              <a:defRPr>
                <a:latin typeface="Times New Roman" panose="02020603050405020304" pitchFamily="18" charset="0"/>
                <a:cs typeface="Times New Roman" panose="02020603050405020304" pitchFamily="18" charset="0"/>
              </a:defRPr>
            </a:lvl1pPr>
          </a:lstStyle>
          <a:p>
            <a:pPr lvl="0"/>
            <a:endParaRPr lang="en-US" dirty="0"/>
          </a:p>
        </p:txBody>
      </p:sp>
    </p:spTree>
    <p:extLst>
      <p:ext uri="{BB962C8B-B14F-4D97-AF65-F5344CB8AC3E}">
        <p14:creationId xmlns:p14="http://schemas.microsoft.com/office/powerpoint/2010/main" val="110743351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1505622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E4D96-C503-4BE0-9F48-7B0E0326CE62}"/>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E78F8EB2-C64A-42B7-AC64-C10457D985C9}"/>
              </a:ext>
            </a:extLst>
          </p:cNvPr>
          <p:cNvSpPr>
            <a:spLocks noGrp="1"/>
          </p:cNvSpPr>
          <p:nvPr>
            <p:ph type="sldNum" sz="quarter" idx="10"/>
          </p:nvPr>
        </p:nvSpPr>
        <p:spPr/>
        <p:txBody>
          <a:bodyPr/>
          <a:lstStyle/>
          <a:p>
            <a:fld id="{67B19427-F580-D146-B60E-4CADEE75497F}" type="slidenum">
              <a:rPr lang="en-US" smtClean="0"/>
              <a:pPr/>
              <a:t>‹#›</a:t>
            </a:fld>
            <a:endParaRPr lang="en-US" dirty="0"/>
          </a:p>
        </p:txBody>
      </p:sp>
      <p:sp>
        <p:nvSpPr>
          <p:cNvPr id="4" name="Footer Placeholder 3">
            <a:extLst>
              <a:ext uri="{FF2B5EF4-FFF2-40B4-BE49-F238E27FC236}">
                <a16:creationId xmlns:a16="http://schemas.microsoft.com/office/drawing/2014/main" id="{1FA8BEA2-6D75-4F5A-A26E-60D47B7D78ED}"/>
              </a:ext>
            </a:extLst>
          </p:cNvPr>
          <p:cNvSpPr>
            <a:spLocks noGrp="1"/>
          </p:cNvSpPr>
          <p:nvPr>
            <p:ph type="ftr" sz="quarter" idx="11"/>
          </p:nvPr>
        </p:nvSpPr>
        <p:spPr>
          <a:xfrm>
            <a:off x="3028950" y="6356350"/>
            <a:ext cx="3086100" cy="365125"/>
          </a:xfrm>
          <a:prstGeom prst="rect">
            <a:avLst/>
          </a:prstGeom>
        </p:spPr>
        <p:txBody>
          <a:bodyPr/>
          <a:lstStyle/>
          <a:p>
            <a:r>
              <a:rPr lang="en-US"/>
              <a:t>Copyright ©2020 John Wiley &amp; Sons, Inc. </a:t>
            </a:r>
            <a:endParaRPr lang="en-US" dirty="0"/>
          </a:p>
        </p:txBody>
      </p:sp>
    </p:spTree>
    <p:extLst>
      <p:ext uri="{BB962C8B-B14F-4D97-AF65-F5344CB8AC3E}">
        <p14:creationId xmlns:p14="http://schemas.microsoft.com/office/powerpoint/2010/main" val="20843725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0"/>
            <a:ext cx="7620000" cy="48006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rot="16200000">
            <a:off x="7551351" y="1645920"/>
            <a:ext cx="2438399" cy="365760"/>
          </a:xfrm>
          <a:prstGeom prst="rect">
            <a:avLst/>
          </a:prstGeom>
        </p:spPr>
        <p:txBody>
          <a:bodyPr/>
          <a:lstStyle/>
          <a:p>
            <a:fld id="{2B5AC2A8-6977-4A77-8AD5-E359006D59E2}" type="datetimeFigureOut">
              <a:rPr lang="en-US" smtClean="0">
                <a:solidFill>
                  <a:srgbClr val="000000"/>
                </a:solidFill>
              </a:rPr>
              <a:pPr/>
              <a:t>3/19/26</a:t>
            </a:fld>
            <a:endParaRPr lang="en-US" dirty="0">
              <a:solidFill>
                <a:srgbClr val="000000"/>
              </a:solidFill>
            </a:endParaRPr>
          </a:p>
        </p:txBody>
      </p:sp>
      <p:sp>
        <p:nvSpPr>
          <p:cNvPr id="5" name="Footer Placeholder 4"/>
          <p:cNvSpPr>
            <a:spLocks noGrp="1"/>
          </p:cNvSpPr>
          <p:nvPr>
            <p:ph type="ftr" sz="quarter" idx="11"/>
          </p:nvPr>
        </p:nvSpPr>
        <p:spPr/>
        <p:txBody>
          <a:bodyPr/>
          <a:lstStyle/>
          <a:p>
            <a:endParaRPr lang="en-US" dirty="0">
              <a:solidFill>
                <a:srgbClr val="000000">
                  <a:tint val="75000"/>
                </a:srgbClr>
              </a:solidFill>
            </a:endParaRPr>
          </a:p>
        </p:txBody>
      </p:sp>
      <p:sp>
        <p:nvSpPr>
          <p:cNvPr id="6" name="Slide Number Placeholder 5"/>
          <p:cNvSpPr>
            <a:spLocks noGrp="1"/>
          </p:cNvSpPr>
          <p:nvPr>
            <p:ph type="sldNum" sz="quarter" idx="12"/>
          </p:nvPr>
        </p:nvSpPr>
        <p:spPr/>
        <p:txBody>
          <a:bodyPr/>
          <a:lstStyle/>
          <a:p>
            <a:fld id="{62F7CC89-4820-48AB-AB16-9EDB3A06B7F0}" type="slidenum">
              <a:rPr lang="en-US" smtClean="0">
                <a:solidFill>
                  <a:srgbClr val="000000">
                    <a:tint val="75000"/>
                  </a:srgbClr>
                </a:solidFill>
              </a:rPr>
              <a:pPr/>
              <a:t>‹#›</a:t>
            </a:fld>
            <a:endParaRPr lang="en-US" dirty="0">
              <a:solidFill>
                <a:srgbClr val="000000">
                  <a:tint val="75000"/>
                </a:srgbClr>
              </a:solidFill>
            </a:endParaRPr>
          </a:p>
        </p:txBody>
      </p:sp>
    </p:spTree>
    <p:extLst>
      <p:ext uri="{BB962C8B-B14F-4D97-AF65-F5344CB8AC3E}">
        <p14:creationId xmlns:p14="http://schemas.microsoft.com/office/powerpoint/2010/main" val="30094949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40E28-714B-4523-B832-B76571B1C30A}"/>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D20D9B2-3BF4-4976-A7E6-4DFED66C558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A24A98-4465-4106-B8A4-5EF8783BF5F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FBFC1D5-C9A0-436C-AFF2-E1EC420EF9ED}"/>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9A3767F2-3271-4CCA-8655-3627F74B963B}"/>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3806719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1DDE6-1CEC-4A12-908E-665CC6FC02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CD4C99-08D3-4988-8230-D37B77358584}"/>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45821F-EC9D-4404-B2F3-5390637C6E0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0AC1623-0050-485A-8968-D409BA96CF1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4E388CA-F71D-42C3-A934-59D4EA43F143}"/>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0199003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5110-3BC5-4886-86AB-94F491E83FFE}"/>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037CBCF-85F4-45F7-A54E-9CD02F8EAE19}"/>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40AE919-46DC-4C82-8519-4B5600B5A51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F84DDB6-3CCF-4739-9B1E-C6454985C406}"/>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F1EF439C-1069-4AF4-91A9-3E2F5741C8A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27155953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A395-5C23-444B-993D-94A29007F1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BAC35E2-5421-4FDF-A6E7-A2367A3BC1E9}"/>
              </a:ext>
            </a:extLst>
          </p:cNvPr>
          <p:cNvSpPr>
            <a:spLocks noGrp="1"/>
          </p:cNvSpPr>
          <p:nvPr>
            <p:ph sz="half" idx="1"/>
          </p:nvPr>
        </p:nvSpPr>
        <p:spPr>
          <a:xfrm>
            <a:off x="62865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83C13B5-1FCD-4C46-B8EC-CA3802D1F413}"/>
              </a:ext>
            </a:extLst>
          </p:cNvPr>
          <p:cNvSpPr>
            <a:spLocks noGrp="1"/>
          </p:cNvSpPr>
          <p:nvPr>
            <p:ph sz="half" idx="2"/>
          </p:nvPr>
        </p:nvSpPr>
        <p:spPr>
          <a:xfrm>
            <a:off x="4648200" y="1825625"/>
            <a:ext cx="386715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8F7568D-6250-4C09-B160-CF73168BB9FA}"/>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4CF36CC-78C8-4615-8F67-0064792351D0}"/>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01801F80-B82F-49EF-BD0E-9CD7145C3BB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7868484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704BC-21DD-4D86-ADE1-A436C01776A0}"/>
              </a:ext>
            </a:extLst>
          </p:cNvPr>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B3855C7-ADAC-4DA8-B9F8-59FB5E79F02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40255A1-8FEC-41FC-81FF-E4E331EBB02E}"/>
              </a:ext>
            </a:extLst>
          </p:cNvPr>
          <p:cNvSpPr>
            <a:spLocks noGrp="1"/>
          </p:cNvSpPr>
          <p:nvPr>
            <p:ph sz="half" idx="2"/>
          </p:nvPr>
        </p:nvSpPr>
        <p:spPr>
          <a:xfrm>
            <a:off x="630238" y="2505075"/>
            <a:ext cx="386873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087B802-F84C-403F-B3BE-E6675C63542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E53CFE0-C5F9-4AE0-B6F6-8C310C2D7631}"/>
              </a:ext>
            </a:extLst>
          </p:cNvPr>
          <p:cNvSpPr>
            <a:spLocks noGrp="1"/>
          </p:cNvSpPr>
          <p:nvPr>
            <p:ph sz="quarter" idx="4"/>
          </p:nvPr>
        </p:nvSpPr>
        <p:spPr>
          <a:xfrm>
            <a:off x="4629150" y="2505075"/>
            <a:ext cx="38877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1389462-FE48-4FC3-ACC4-8390D7F1A86E}"/>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C6BB6755-4C7A-42E6-8C5B-15CAE1E578B3}"/>
              </a:ext>
            </a:extLst>
          </p:cNvPr>
          <p:cNvSpPr>
            <a:spLocks noGrp="1"/>
          </p:cNvSpPr>
          <p:nvPr>
            <p:ph type="ftr" sz="quarter" idx="11"/>
          </p:nvPr>
        </p:nvSpPr>
        <p:spPr/>
        <p:txBody>
          <a:bodyPr/>
          <a:lstStyle/>
          <a:p>
            <a:r>
              <a:rPr lang="en-US"/>
              <a:t>Copyright ©2020 John Wiley &amp; Sons, Inc. </a:t>
            </a:r>
          </a:p>
        </p:txBody>
      </p:sp>
      <p:sp>
        <p:nvSpPr>
          <p:cNvPr id="9" name="Slide Number Placeholder 8">
            <a:extLst>
              <a:ext uri="{FF2B5EF4-FFF2-40B4-BE49-F238E27FC236}">
                <a16:creationId xmlns:a16="http://schemas.microsoft.com/office/drawing/2014/main" id="{7CC71307-492D-4C62-9841-F78D6576ADB7}"/>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5207547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4D00F-0BA7-4E6B-AB68-4299F82C3AF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D5B524-14D2-4191-A6B4-FB4C855B260B}"/>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32D830F9-143F-4526-8B72-4A0BDC4A59F5}"/>
              </a:ext>
            </a:extLst>
          </p:cNvPr>
          <p:cNvSpPr>
            <a:spLocks noGrp="1"/>
          </p:cNvSpPr>
          <p:nvPr>
            <p:ph type="ftr" sz="quarter" idx="11"/>
          </p:nvPr>
        </p:nvSpPr>
        <p:spPr/>
        <p:txBody>
          <a:bodyPr/>
          <a:lstStyle/>
          <a:p>
            <a:r>
              <a:rPr lang="en-US"/>
              <a:t>Copyright ©2020 John Wiley &amp; Sons, Inc. </a:t>
            </a:r>
          </a:p>
        </p:txBody>
      </p:sp>
      <p:sp>
        <p:nvSpPr>
          <p:cNvPr id="5" name="Slide Number Placeholder 4">
            <a:extLst>
              <a:ext uri="{FF2B5EF4-FFF2-40B4-BE49-F238E27FC236}">
                <a16:creationId xmlns:a16="http://schemas.microsoft.com/office/drawing/2014/main" id="{B572EFBE-37FE-4625-90EC-5765ED94D7D1}"/>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9732597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657576-4759-4113-ADB2-40C6ED0B03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7AEDC1AA-7859-4295-B6FD-C0BEA3B5902C}"/>
              </a:ext>
            </a:extLst>
          </p:cNvPr>
          <p:cNvSpPr>
            <a:spLocks noGrp="1"/>
          </p:cNvSpPr>
          <p:nvPr>
            <p:ph type="ftr" sz="quarter" idx="11"/>
          </p:nvPr>
        </p:nvSpPr>
        <p:spPr/>
        <p:txBody>
          <a:bodyPr/>
          <a:lstStyle/>
          <a:p>
            <a:r>
              <a:rPr lang="en-US"/>
              <a:t>Copyright ©2020 John Wiley &amp; Sons, Inc. </a:t>
            </a:r>
          </a:p>
        </p:txBody>
      </p:sp>
      <p:sp>
        <p:nvSpPr>
          <p:cNvPr id="4" name="Slide Number Placeholder 3">
            <a:extLst>
              <a:ext uri="{FF2B5EF4-FFF2-40B4-BE49-F238E27FC236}">
                <a16:creationId xmlns:a16="http://schemas.microsoft.com/office/drawing/2014/main" id="{9F64F773-7AD7-4900-9164-00AD3602148C}"/>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28664026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0D58B-66ED-468B-9B38-624A07D93F8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2341FC-133C-4E79-A668-F6FE07049DBA}"/>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F2EC0B-95BB-4798-ACAD-D3BA5BC763F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424CD4E-BB3F-4DF8-93B0-2D02C94D738B}"/>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82B92E7-7338-4101-98D1-1B052E527C35}"/>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4CF01934-FFAF-4E23-8B90-01F81CD1313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166834161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2D4C4-3380-4E12-9E97-9BB1B23A2522}"/>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13BAB82-BB15-406A-BF11-A86143A55D9B}"/>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8DF3E6-6343-4108-AA2B-F5171989338B}"/>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E1A61E-CCEA-45F0-B87E-EAC35806A537}"/>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842DCD77-9288-45EB-B7F3-1B7225ECD3A9}"/>
              </a:ext>
            </a:extLst>
          </p:cNvPr>
          <p:cNvSpPr>
            <a:spLocks noGrp="1"/>
          </p:cNvSpPr>
          <p:nvPr>
            <p:ph type="ftr" sz="quarter" idx="11"/>
          </p:nvPr>
        </p:nvSpPr>
        <p:spPr/>
        <p:txBody>
          <a:bodyPr/>
          <a:lstStyle/>
          <a:p>
            <a:r>
              <a:rPr lang="en-US"/>
              <a:t>Copyright ©2020 John Wiley &amp; Sons, Inc. </a:t>
            </a:r>
          </a:p>
        </p:txBody>
      </p:sp>
      <p:sp>
        <p:nvSpPr>
          <p:cNvPr id="7" name="Slide Number Placeholder 6">
            <a:extLst>
              <a:ext uri="{FF2B5EF4-FFF2-40B4-BE49-F238E27FC236}">
                <a16:creationId xmlns:a16="http://schemas.microsoft.com/office/drawing/2014/main" id="{2F9743EB-7E33-4896-9008-C1208D6B65D0}"/>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3826592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7C429-D3DB-4FBE-B9D6-A9F7B57E14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4011055-E169-4A0D-B7DD-E3612E5422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EF65F8-330C-49CA-9A9F-1EE2A96B3A1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7BEA763B-0645-4C52-B1A3-097D3B09D1BC}"/>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CF3A1D7C-7EFD-414D-A26A-BC8259DA29F6}"/>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7958359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24709BD-AA1E-4A01-A015-C24EB0EFB2D8}"/>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377BFE9-FCEE-4C17-9D3D-11DAC46638B1}"/>
              </a:ext>
            </a:extLst>
          </p:cNvPr>
          <p:cNvSpPr>
            <a:spLocks noGrp="1"/>
          </p:cNvSpPr>
          <p:nvPr>
            <p:ph type="body" orient="vert" idx="1"/>
          </p:nvPr>
        </p:nvSpPr>
        <p:spPr>
          <a:xfrm>
            <a:off x="628650" y="365125"/>
            <a:ext cx="57626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520AAB-A428-42AD-A507-E3D0541890C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57B1FED-0F2B-4513-9812-3F99394EB6A3}"/>
              </a:ext>
            </a:extLst>
          </p:cNvPr>
          <p:cNvSpPr>
            <a:spLocks noGrp="1"/>
          </p:cNvSpPr>
          <p:nvPr>
            <p:ph type="ftr" sz="quarter" idx="11"/>
          </p:nvPr>
        </p:nvSpPr>
        <p:spPr/>
        <p:txBody>
          <a:bodyPr/>
          <a:lstStyle/>
          <a:p>
            <a:r>
              <a:rPr lang="en-US"/>
              <a:t>Copyright ©2020 John Wiley &amp; Sons, Inc. </a:t>
            </a:r>
          </a:p>
        </p:txBody>
      </p:sp>
      <p:sp>
        <p:nvSpPr>
          <p:cNvPr id="6" name="Slide Number Placeholder 5">
            <a:extLst>
              <a:ext uri="{FF2B5EF4-FFF2-40B4-BE49-F238E27FC236}">
                <a16:creationId xmlns:a16="http://schemas.microsoft.com/office/drawing/2014/main" id="{A3EF302A-72FE-4FE7-9FBF-2F1461FF17D8}"/>
              </a:ext>
            </a:extLst>
          </p:cNvPr>
          <p:cNvSpPr>
            <a:spLocks noGrp="1"/>
          </p:cNvSpPr>
          <p:nvPr>
            <p:ph type="sldNum" sz="quarter" idx="12"/>
          </p:nvPr>
        </p:nvSpPr>
        <p:spPr/>
        <p:txBody>
          <a:bodyPr/>
          <a:lstStyle/>
          <a:p>
            <a:fld id="{ED3DB923-D937-4145-BC79-497039E70D10}" type="slidenum">
              <a:rPr lang="en-US" smtClean="0"/>
              <a:t>‹#›</a:t>
            </a:fld>
            <a:endParaRPr lang="en-US"/>
          </a:p>
        </p:txBody>
      </p:sp>
    </p:spTree>
    <p:extLst>
      <p:ext uri="{BB962C8B-B14F-4D97-AF65-F5344CB8AC3E}">
        <p14:creationId xmlns:p14="http://schemas.microsoft.com/office/powerpoint/2010/main" val="40382072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 Slide: Version A">
    <p:spTree>
      <p:nvGrpSpPr>
        <p:cNvPr id="1" name=""/>
        <p:cNvGrpSpPr/>
        <p:nvPr/>
      </p:nvGrpSpPr>
      <p:grpSpPr>
        <a:xfrm>
          <a:off x="0" y="0"/>
          <a:ext cx="0" cy="0"/>
          <a:chOff x="0" y="0"/>
          <a:chExt cx="0" cy="0"/>
        </a:xfrm>
      </p:grpSpPr>
      <p:sp>
        <p:nvSpPr>
          <p:cNvPr id="6" name="Title 1"/>
          <p:cNvSpPr>
            <a:spLocks noGrp="1"/>
          </p:cNvSpPr>
          <p:nvPr>
            <p:ph type="title"/>
          </p:nvPr>
        </p:nvSpPr>
        <p:spPr>
          <a:xfrm>
            <a:off x="304800" y="5410201"/>
            <a:ext cx="8534400" cy="380999"/>
          </a:xfrm>
          <a:prstGeom prst="rect">
            <a:avLst/>
          </a:prstGeom>
        </p:spPr>
        <p:txBody>
          <a:bodyPr/>
          <a:lstStyle>
            <a:lvl1pPr>
              <a:defRPr sz="2000">
                <a:latin typeface="Times New Roman" charset="0"/>
                <a:ea typeface="Times New Roman" charset="0"/>
                <a:cs typeface="Times New Roman" charset="0"/>
              </a:defRPr>
            </a:lvl1pPr>
          </a:lstStyle>
          <a:p>
            <a:r>
              <a:rPr lang="en-US" dirty="0"/>
              <a:t>Click to edit Master title style</a:t>
            </a:r>
          </a:p>
        </p:txBody>
      </p:sp>
      <p:sp>
        <p:nvSpPr>
          <p:cNvPr id="5" name="Content Placeholder 2"/>
          <p:cNvSpPr>
            <a:spLocks noGrp="1"/>
          </p:cNvSpPr>
          <p:nvPr>
            <p:ph idx="1"/>
          </p:nvPr>
        </p:nvSpPr>
        <p:spPr>
          <a:xfrm>
            <a:off x="304800" y="609601"/>
            <a:ext cx="8534400" cy="4726179"/>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8" name="Content Placeholder 7"/>
          <p:cNvSpPr>
            <a:spLocks noGrp="1"/>
          </p:cNvSpPr>
          <p:nvPr>
            <p:ph sz="quarter" idx="12"/>
          </p:nvPr>
        </p:nvSpPr>
        <p:spPr>
          <a:xfrm>
            <a:off x="304800" y="5791200"/>
            <a:ext cx="8534400" cy="457199"/>
          </a:xfrm>
          <a:prstGeom prst="rect">
            <a:avLst/>
          </a:prstGeom>
        </p:spPr>
        <p:txBody>
          <a:bodyPr/>
          <a:lstStyle>
            <a:lvl1pPr marL="0" indent="0">
              <a:buNone/>
              <a:defRPr sz="2000" b="0" i="0">
                <a:latin typeface="Times New Roman" charset="0"/>
                <a:ea typeface="Times New Roman" charset="0"/>
                <a:cs typeface="Times New Roman" charset="0"/>
              </a:defRPr>
            </a:lvl1pPr>
          </a:lstStyle>
          <a:p>
            <a:pPr lvl="0"/>
            <a:endParaRPr lang="en-US" dirty="0"/>
          </a:p>
        </p:txBody>
      </p:sp>
      <p:sp>
        <p:nvSpPr>
          <p:cNvPr id="4" name="Slide Number Placeholder 3"/>
          <p:cNvSpPr>
            <a:spLocks noGrp="1"/>
          </p:cNvSpPr>
          <p:nvPr>
            <p:ph type="sldNum" sz="quarter" idx="11"/>
          </p:nvPr>
        </p:nvSpPr>
        <p:spPr>
          <a:xfrm>
            <a:off x="6457950" y="6356350"/>
            <a:ext cx="2381250" cy="365125"/>
          </a:xfrm>
        </p:spPr>
        <p:txBody>
          <a:bodyPr/>
          <a:lstStyle/>
          <a:p>
            <a:fld id="{43DD970A-8A59-5645-997B-8F1EF841716D}" type="slidenum">
              <a:rPr lang="en-US" smtClean="0"/>
              <a:pPr/>
              <a:t>‹#›</a:t>
            </a:fld>
            <a:endParaRPr lang="en-US" dirty="0"/>
          </a:p>
        </p:txBody>
      </p:sp>
      <p:sp>
        <p:nvSpPr>
          <p:cNvPr id="3" name="Footer Placeholder 2"/>
          <p:cNvSpPr>
            <a:spLocks noGrp="1"/>
          </p:cNvSpPr>
          <p:nvPr>
            <p:ph type="ftr" sz="quarter" idx="10"/>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152105746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Image Slide: Version B">
    <p:spTree>
      <p:nvGrpSpPr>
        <p:cNvPr id="1" name=""/>
        <p:cNvGrpSpPr/>
        <p:nvPr/>
      </p:nvGrpSpPr>
      <p:grpSpPr>
        <a:xfrm>
          <a:off x="0" y="0"/>
          <a:ext cx="0" cy="0"/>
          <a:chOff x="0" y="0"/>
          <a:chExt cx="0" cy="0"/>
        </a:xfrm>
      </p:grpSpPr>
      <p:sp>
        <p:nvSpPr>
          <p:cNvPr id="2" name="Title 1"/>
          <p:cNvSpPr>
            <a:spLocks noGrp="1"/>
          </p:cNvSpPr>
          <p:nvPr>
            <p:ph type="title"/>
          </p:nvPr>
        </p:nvSpPr>
        <p:spPr>
          <a:xfrm>
            <a:off x="304800" y="5961253"/>
            <a:ext cx="8534400" cy="320675"/>
          </a:xfrm>
          <a:prstGeom prst="rect">
            <a:avLst/>
          </a:prstGeom>
        </p:spPr>
        <p:txBody>
          <a:bodyPr/>
          <a:lstStyle>
            <a:lvl1pPr algn="ctr">
              <a:defRPr>
                <a:latin typeface="Times New Roman" charset="0"/>
                <a:ea typeface="Times New Roman" charset="0"/>
                <a:cs typeface="Times New Roman" charset="0"/>
              </a:defRPr>
            </a:lvl1pPr>
          </a:lstStyle>
          <a:p>
            <a:r>
              <a:rPr lang="en-US" dirty="0"/>
              <a:t>Click to edit Master title style</a:t>
            </a:r>
          </a:p>
        </p:txBody>
      </p:sp>
      <p:sp>
        <p:nvSpPr>
          <p:cNvPr id="3" name="Content Placeholder 2"/>
          <p:cNvSpPr>
            <a:spLocks noGrp="1"/>
          </p:cNvSpPr>
          <p:nvPr>
            <p:ph idx="1"/>
          </p:nvPr>
        </p:nvSpPr>
        <p:spPr>
          <a:xfrm>
            <a:off x="304800" y="609601"/>
            <a:ext cx="8534400" cy="5277230"/>
          </a:xfrm>
          <a:prstGeom prst="rect">
            <a:avLst/>
          </a:prstGeom>
        </p:spPr>
        <p:txBody>
          <a:bodyPr/>
          <a:lstStyle>
            <a:lvl1pPr marL="0" indent="0">
              <a:buNone/>
              <a:defRPr b="0" i="0">
                <a:latin typeface="Times New Roman" charset="0"/>
                <a:ea typeface="Times New Roman" charset="0"/>
                <a:cs typeface="Times New Roman" charset="0"/>
              </a:defRPr>
            </a:lvl1pPr>
          </a:lstStyle>
          <a:p>
            <a:pPr lvl="0"/>
            <a:endParaRPr lang="en-US" dirty="0"/>
          </a:p>
        </p:txBody>
      </p:sp>
      <p:sp>
        <p:nvSpPr>
          <p:cNvPr id="6" name="Slide Number Placeholder 5"/>
          <p:cNvSpPr>
            <a:spLocks noGrp="1"/>
          </p:cNvSpPr>
          <p:nvPr>
            <p:ph type="sldNum" sz="quarter" idx="12"/>
          </p:nvPr>
        </p:nvSpPr>
        <p:spPr>
          <a:xfrm>
            <a:off x="6457950" y="6356350"/>
            <a:ext cx="2381250" cy="365125"/>
          </a:xfrm>
        </p:spPr>
        <p:txBody>
          <a:bodyPr/>
          <a:lstStyle/>
          <a:p>
            <a:fld id="{43DD970A-8A59-5645-997B-8F1EF841716D}" type="slidenum">
              <a:rPr lang="en-US" smtClean="0"/>
              <a:pPr/>
              <a:t>‹#›</a:t>
            </a:fld>
            <a:endParaRPr lang="en-US" dirty="0"/>
          </a:p>
        </p:txBody>
      </p:sp>
      <p:sp>
        <p:nvSpPr>
          <p:cNvPr id="5" name="Footer Placeholder 4"/>
          <p:cNvSpPr>
            <a:spLocks noGrp="1"/>
          </p:cNvSpPr>
          <p:nvPr>
            <p:ph type="ftr" sz="quarter" idx="11"/>
          </p:nvPr>
        </p:nvSpPr>
        <p:spPr/>
        <p:txBody>
          <a:bodyPr/>
          <a:lstStyle/>
          <a:p>
            <a:r>
              <a:rPr lang="en-US"/>
              <a:t>Copyright ©2020 John Wiley &amp; Sons, Inc. </a:t>
            </a:r>
            <a:endParaRPr lang="en-US" dirty="0"/>
          </a:p>
        </p:txBody>
      </p:sp>
    </p:spTree>
    <p:extLst>
      <p:ext uri="{BB962C8B-B14F-4D97-AF65-F5344CB8AC3E}">
        <p14:creationId xmlns:p14="http://schemas.microsoft.com/office/powerpoint/2010/main" val="5716864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6.xml"/><Relationship Id="rId1" Type="http://schemas.openxmlformats.org/officeDocument/2006/relationships/slideLayout" Target="../slideLayouts/slideLayout1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18.xml"/><Relationship Id="rId1" Type="http://schemas.openxmlformats.org/officeDocument/2006/relationships/slideLayout" Target="../slideLayouts/slideLayout17.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18" Type="http://schemas.openxmlformats.org/officeDocument/2006/relationships/theme" Target="../theme/theme6.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17" Type="http://schemas.openxmlformats.org/officeDocument/2006/relationships/slideLayout" Target="../slideLayouts/slideLayout39.xml"/><Relationship Id="rId2" Type="http://schemas.openxmlformats.org/officeDocument/2006/relationships/slideLayout" Target="../slideLayouts/slideLayout24.xml"/><Relationship Id="rId16" Type="http://schemas.openxmlformats.org/officeDocument/2006/relationships/slideLayout" Target="../slideLayouts/slideLayout38.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slideLayout" Target="../slideLayouts/slideLayout3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7.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s>
</file>

<file path=ppt/slideMasters/_rels/slideMaster8.xml.rels><?xml version="1.0" encoding="UTF-8" standalone="yes"?>
<Relationships xmlns="http://schemas.openxmlformats.org/package/2006/relationships"><Relationship Id="rId3" Type="http://schemas.openxmlformats.org/officeDocument/2006/relationships/theme" Target="../theme/theme8.xml"/><Relationship Id="rId2" Type="http://schemas.openxmlformats.org/officeDocument/2006/relationships/slideLayout" Target="../slideLayouts/slideLayout52.xml"/><Relationship Id="rId1"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304800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293880275"/>
      </p:ext>
    </p:extLst>
  </p:cSld>
  <p:clrMap bg1="lt1" tx1="dk1" bg2="lt2" tx2="dk2" accent1="accent1" accent2="accent2" accent3="accent3" accent4="accent4" accent5="accent5" accent6="accent6" hlink="hlink" folHlink="folHlink"/>
  <p:sldLayoutIdLst>
    <p:sldLayoutId id="2147483940" r:id="rId1"/>
    <p:sldLayoutId id="2147483941" r:id="rId2"/>
    <p:sldLayoutId id="2147484024" r:id="rId3"/>
  </p:sldLayoutIdLst>
  <p:hf hdr="0" dt="0"/>
  <p:txStyles>
    <p:titleStyle>
      <a:lvl1pPr algn="ctr" defTabSz="914400" rtl="0" eaLnBrk="1" latinLnBrk="0" hangingPunct="1">
        <a:lnSpc>
          <a:spcPct val="90000"/>
        </a:lnSpc>
        <a:spcBef>
          <a:spcPct val="0"/>
        </a:spcBef>
        <a:buNone/>
        <a:defRPr sz="1100" kern="1200">
          <a:solidFill>
            <a:schemeClr val="tx1"/>
          </a:solidFill>
          <a:latin typeface="Source Sans Pro" charset="0"/>
          <a:ea typeface="Source Sans Pro" charset="0"/>
          <a:cs typeface="Source Sans Pro"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0"/>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16" name="Rectangle 15"/>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Connector 16"/>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Source Sans Pro" charset="0"/>
                <a:ea typeface="Source Sans Pro" charset="0"/>
                <a:cs typeface="Source Sans Pro" charset="0"/>
              </a:defRPr>
            </a:lvl1pPr>
          </a:lstStyle>
          <a:p>
            <a:fld id="{67B19427-F580-D146-B60E-4CADEE75497F}" type="slidenum">
              <a:rPr lang="en-US" smtClean="0"/>
              <a:pPr/>
              <a:t>‹#›</a:t>
            </a:fld>
            <a:endParaRPr lang="en-US"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IN" dirty="0"/>
              <a:t>Copyright ©2020 John Wiley &amp; Sons, Inc. </a:t>
            </a:r>
            <a:endParaRPr lang="en-US" dirty="0"/>
          </a:p>
        </p:txBody>
      </p:sp>
    </p:spTree>
    <p:extLst>
      <p:ext uri="{BB962C8B-B14F-4D97-AF65-F5344CB8AC3E}">
        <p14:creationId xmlns:p14="http://schemas.microsoft.com/office/powerpoint/2010/main" val="1611586285"/>
      </p:ext>
    </p:extLst>
  </p:cSld>
  <p:clrMap bg1="lt1" tx1="dk1" bg2="lt2" tx2="dk2" accent1="accent1" accent2="accent2" accent3="accent3" accent4="accent4" accent5="accent5" accent6="accent6" hlink="hlink" folHlink="folHlink"/>
  <p:sldLayoutIdLst>
    <p:sldLayoutId id="2147483937" r:id="rId1"/>
    <p:sldLayoutId id="2147483942" r:id="rId2"/>
    <p:sldLayoutId id="2147483956" r:id="rId3"/>
    <p:sldLayoutId id="2147483955" r:id="rId4"/>
    <p:sldLayoutId id="2147483957" r:id="rId5"/>
    <p:sldLayoutId id="2147483959" r:id="rId6"/>
    <p:sldLayoutId id="2147483958" r:id="rId7"/>
    <p:sldLayoutId id="2147483960" r:id="rId8"/>
    <p:sldLayoutId id="2147483961" r:id="rId9"/>
    <p:sldLayoutId id="2147483962" r:id="rId10"/>
    <p:sldLayoutId id="2147483963" r:id="rId11"/>
  </p:sldLayoutIdLst>
  <p:hf hdr="0" dt="0"/>
  <p:txStyles>
    <p:titleStyle>
      <a:lvl1pPr algn="l" defTabSz="914400" rtl="0" eaLnBrk="1" latinLnBrk="0" hangingPunct="1">
        <a:lnSpc>
          <a:spcPct val="90000"/>
        </a:lnSpc>
        <a:spcBef>
          <a:spcPct val="0"/>
        </a:spcBef>
        <a:buNone/>
        <a:defRPr sz="44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1066800"/>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811935529"/>
      </p:ext>
    </p:extLst>
  </p:cSld>
  <p:clrMap bg1="lt1" tx1="dk1" bg2="lt2" tx2="dk2" accent1="accent1" accent2="accent2" accent3="accent3" accent4="accent4" accent5="accent5" accent6="accent6" hlink="hlink" folHlink="folHlink"/>
  <p:sldLayoutIdLst>
    <p:sldLayoutId id="2147483944" r:id="rId1"/>
    <p:sldLayoutId id="2147483964" r:id="rId2"/>
  </p:sldLayoutIdLst>
  <p:hf hdr="0" dt="0"/>
  <p:txStyles>
    <p:titleStyle>
      <a:lvl1pPr algn="l" defTabSz="914400" rtl="0" eaLnBrk="1" latinLnBrk="0" hangingPunct="1">
        <a:lnSpc>
          <a:spcPct val="90000"/>
        </a:lnSpc>
        <a:spcBef>
          <a:spcPct val="0"/>
        </a:spcBef>
        <a:buNone/>
        <a:defRPr sz="4000" b="1" i="0" kern="1200">
          <a:solidFill>
            <a:schemeClr val="accent2"/>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7"/>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32194706"/>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94"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2"/>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1616953850"/>
      </p:ext>
    </p:extLst>
  </p:cSld>
  <p:clrMap bg1="lt1" tx1="dk1" bg2="lt2" tx2="dk2" accent1="accent1" accent2="accent2" accent3="accent3" accent4="accent4" accent5="accent5" accent6="accent6" hlink="hlink" folHlink="folHlink"/>
  <p:sldLayoutIdLst>
    <p:sldLayoutId id="2147483969" r:id="rId1"/>
    <p:sldLayoutId id="2147484001" r:id="rId2"/>
    <p:sldLayoutId id="2147483970" r:id="rId3"/>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762001"/>
            <a:ext cx="8534400" cy="838198"/>
          </a:xfrm>
          <a:prstGeom prst="rect">
            <a:avLst/>
          </a:prstGeom>
        </p:spPr>
        <p:txBody>
          <a:bodyPr vert="horz" lIns="91440" tIns="45720" rIns="91440" bIns="45720" rtlCol="0" anchor="t">
            <a:normAutofit/>
          </a:bodyPr>
          <a:lstStyle/>
          <a:p>
            <a:r>
              <a:rPr lang="en-US" dirty="0"/>
              <a:t>Click to edit Master title style</a:t>
            </a:r>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9" name="Slide Number Placeholder 5"/>
          <p:cNvSpPr>
            <a:spLocks noGrp="1"/>
          </p:cNvSpPr>
          <p:nvPr>
            <p:ph type="sldNum" sz="quarter" idx="4"/>
          </p:nvPr>
        </p:nvSpPr>
        <p:spPr>
          <a:xfrm>
            <a:off x="6457950" y="6356350"/>
            <a:ext cx="2381250" cy="365125"/>
          </a:xfrm>
          <a:prstGeom prst="rect">
            <a:avLst/>
          </a:prstGeom>
        </p:spPr>
        <p:txBody>
          <a:bodyPr vert="horz" lIns="91440" tIns="45720" rIns="91440" bIns="45720" rtlCol="0" anchor="ctr"/>
          <a:lstStyle>
            <a:lvl1pPr algn="r">
              <a:defRPr sz="1200" b="0" i="0">
                <a:solidFill>
                  <a:schemeClr val="tx1">
                    <a:tint val="75000"/>
                  </a:schemeClr>
                </a:solidFill>
                <a:latin typeface="Times New Roman" charset="0"/>
                <a:ea typeface="Times New Roman" charset="0"/>
                <a:cs typeface="Times New Roman" charset="0"/>
              </a:defRPr>
            </a:lvl1pPr>
          </a:lstStyle>
          <a:p>
            <a:fld id="{67B19427-F580-D146-B60E-4CADEE75497F}" type="slidenum">
              <a:rPr lang="en-US" smtClean="0"/>
              <a:pPr/>
              <a:t>‹#›</a:t>
            </a:fld>
            <a:endParaRPr lang="en-US" dirty="0"/>
          </a:p>
        </p:txBody>
      </p:sp>
      <p:sp>
        <p:nvSpPr>
          <p:cNvPr id="10"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b="0" i="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Tree>
    <p:extLst>
      <p:ext uri="{BB962C8B-B14F-4D97-AF65-F5344CB8AC3E}">
        <p14:creationId xmlns:p14="http://schemas.microsoft.com/office/powerpoint/2010/main" val="302625734"/>
      </p:ext>
    </p:extLst>
  </p:cSld>
  <p:clrMap bg1="lt1" tx1="dk1" bg2="lt2" tx2="dk2" accent1="accent1" accent2="accent2" accent3="accent3" accent4="accent4" accent5="accent5" accent6="accent6" hlink="hlink" folHlink="folHlink"/>
  <p:sldLayoutIdLst>
    <p:sldLayoutId id="2147483972" r:id="rId1"/>
    <p:sldLayoutId id="2147483973" r:id="rId2"/>
    <p:sldLayoutId id="2147484022" r:id="rId3"/>
    <p:sldLayoutId id="2147484023" r:id="rId4"/>
    <p:sldLayoutId id="2147484021" r:id="rId5"/>
    <p:sldLayoutId id="2147483991" r:id="rId6"/>
    <p:sldLayoutId id="2147484017" r:id="rId7"/>
    <p:sldLayoutId id="2147484020" r:id="rId8"/>
    <p:sldLayoutId id="2147484018" r:id="rId9"/>
    <p:sldLayoutId id="2147483997" r:id="rId10"/>
    <p:sldLayoutId id="2147484002" r:id="rId11"/>
    <p:sldLayoutId id="2147483974" r:id="rId12"/>
    <p:sldLayoutId id="2147483975" r:id="rId13"/>
    <p:sldLayoutId id="2147484016" r:id="rId14"/>
    <p:sldLayoutId id="2147484000" r:id="rId15"/>
    <p:sldLayoutId id="2147484003" r:id="rId16"/>
    <p:sldLayoutId id="2147484025" r:id="rId17"/>
  </p:sldLayoutIdLst>
  <p:hf hdr="0" dt="0"/>
  <p:txStyles>
    <p:titleStyle>
      <a:lvl1pPr algn="l" defTabSz="914400" rtl="0" eaLnBrk="1" latinLnBrk="0" hangingPunct="1">
        <a:lnSpc>
          <a:spcPct val="90000"/>
        </a:lnSpc>
        <a:spcBef>
          <a:spcPct val="0"/>
        </a:spcBef>
        <a:buNone/>
        <a:defRPr sz="4000" b="1" i="0" kern="1200">
          <a:solidFill>
            <a:schemeClr val="accent1"/>
          </a:solidFill>
          <a:latin typeface="Times New Roman" charset="0"/>
          <a:ea typeface="Times New Roman" charset="0"/>
          <a:cs typeface="Times New Roman"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9A6B9E-FA14-49B1-BF7F-B777A794866C}"/>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F519DAC-2E93-403A-B359-9D8142AE6083}"/>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807261-5F43-451C-92CA-081177B1C749}"/>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E477A792-382F-424A-B6B6-A668E09AEC58}"/>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©2020 John Wiley &amp; Sons, Inc. </a:t>
            </a:r>
          </a:p>
        </p:txBody>
      </p:sp>
      <p:sp>
        <p:nvSpPr>
          <p:cNvPr id="6" name="Slide Number Placeholder 5">
            <a:extLst>
              <a:ext uri="{FF2B5EF4-FFF2-40B4-BE49-F238E27FC236}">
                <a16:creationId xmlns:a16="http://schemas.microsoft.com/office/drawing/2014/main" id="{8D4D10A3-94D8-4374-BF2B-890A0DE6F275}"/>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3DB923-D937-4145-BC79-497039E70D10}" type="slidenum">
              <a:rPr lang="en-US" smtClean="0"/>
              <a:t>‹#›</a:t>
            </a:fld>
            <a:endParaRPr lang="en-US"/>
          </a:p>
        </p:txBody>
      </p:sp>
    </p:spTree>
    <p:extLst>
      <p:ext uri="{BB962C8B-B14F-4D97-AF65-F5344CB8AC3E}">
        <p14:creationId xmlns:p14="http://schemas.microsoft.com/office/powerpoint/2010/main" val="3487755611"/>
      </p:ext>
    </p:extLst>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 id="2147484014" r:id="rId10"/>
    <p:sldLayoutId id="2147484015"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charset="0"/>
                <a:ea typeface="Times New Roman" charset="0"/>
                <a:cs typeface="Times New Roman" charset="0"/>
              </a:defRPr>
            </a:lvl1pPr>
          </a:lstStyle>
          <a:p>
            <a:r>
              <a:rPr lang="en-US"/>
              <a:t>Copyright ©2020 John Wiley &amp; Sons, Inc. </a:t>
            </a:r>
            <a:endParaRPr lang="en-US" dirty="0"/>
          </a:p>
        </p:txBody>
      </p:sp>
      <p:sp>
        <p:nvSpPr>
          <p:cNvPr id="6" name="Slide Number Placeholder 5"/>
          <p:cNvSpPr>
            <a:spLocks noGrp="1"/>
          </p:cNvSpPr>
          <p:nvPr>
            <p:ph type="sldNum" sz="quarter" idx="4"/>
          </p:nvPr>
        </p:nvSpPr>
        <p:spPr>
          <a:xfrm>
            <a:off x="6457950" y="6356350"/>
            <a:ext cx="2457450" cy="365125"/>
          </a:xfrm>
          <a:prstGeom prst="rect">
            <a:avLst/>
          </a:prstGeom>
        </p:spPr>
        <p:txBody>
          <a:bodyPr vert="horz" lIns="91440" tIns="45720" rIns="91440" bIns="45720" rtlCol="0" anchor="ctr"/>
          <a:lstStyle>
            <a:lvl1pPr algn="r">
              <a:defRPr sz="1200">
                <a:solidFill>
                  <a:schemeClr val="tx1">
                    <a:tint val="75000"/>
                  </a:schemeClr>
                </a:solidFill>
                <a:latin typeface="Times New Roman" charset="0"/>
                <a:ea typeface="Times New Roman" charset="0"/>
                <a:cs typeface="Times New Roman" charset="0"/>
              </a:defRPr>
            </a:lvl1pPr>
          </a:lstStyle>
          <a:p>
            <a:fld id="{43DD970A-8A59-5645-997B-8F1EF841716D}" type="slidenum">
              <a:rPr lang="en-US" smtClean="0"/>
              <a:pPr/>
              <a:t>‹#›</a:t>
            </a:fld>
            <a:endParaRPr lang="en-US" dirty="0"/>
          </a:p>
        </p:txBody>
      </p:sp>
      <p:sp>
        <p:nvSpPr>
          <p:cNvPr id="7" name="Rectangle 6"/>
          <p:cNvSpPr/>
          <p:nvPr userDrawn="1"/>
        </p:nvSpPr>
        <p:spPr>
          <a:xfrm>
            <a:off x="0" y="0"/>
            <a:ext cx="9144000" cy="457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userDrawn="1"/>
        </p:nvCxnSpPr>
        <p:spPr>
          <a:xfrm>
            <a:off x="0" y="6324600"/>
            <a:ext cx="9144000" cy="0"/>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49740712"/>
      </p:ext>
    </p:extLst>
  </p:cSld>
  <p:clrMap bg1="lt1" tx1="dk1" bg2="lt2" tx2="dk2" accent1="accent1" accent2="accent2" accent3="accent3" accent4="accent4" accent5="accent5" accent6="accent6" hlink="hlink" folHlink="folHlink"/>
  <p:sldLayoutIdLst>
    <p:sldLayoutId id="2147483988" r:id="rId1"/>
    <p:sldLayoutId id="2147483978" r:id="rId2"/>
  </p:sldLayoutIdLst>
  <p:hf hdr="0" dt="0"/>
  <p:txStyles>
    <p:titleStyle>
      <a:lvl1pPr algn="l" defTabSz="914400" rtl="0" eaLnBrk="1" latinLnBrk="0" hangingPunct="1">
        <a:lnSpc>
          <a:spcPct val="90000"/>
        </a:lnSpc>
        <a:spcBef>
          <a:spcPct val="0"/>
        </a:spcBef>
        <a:buNone/>
        <a:defRPr sz="1600" b="0" i="0" kern="1200">
          <a:solidFill>
            <a:schemeClr val="tx1"/>
          </a:solidFill>
          <a:latin typeface="STIX" charset="0"/>
          <a:ea typeface="STIX" charset="0"/>
          <a:cs typeface="STIX"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7.xml"/><Relationship Id="rId1" Type="http://schemas.openxmlformats.org/officeDocument/2006/relationships/tags" Target="../tags/tag5.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7.xml"/><Relationship Id="rId1" Type="http://schemas.openxmlformats.org/officeDocument/2006/relationships/tags" Target="../tags/tag6.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8.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9.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tags" Target="../tags/tag10.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7.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nchor="ctr"/>
          <a:lstStyle/>
          <a:p>
            <a:r>
              <a:rPr lang="en-US" sz="4000" dirty="0"/>
              <a:t>Introduction to Statistical Investigations</a:t>
            </a:r>
            <a:endParaRPr lang="en-US" sz="4000" dirty="0">
              <a:latin typeface="Times New Roman" panose="02020603050405020304" pitchFamily="18" charset="0"/>
              <a:cs typeface="Times New Roman" panose="02020603050405020304" pitchFamily="18" charset="0"/>
            </a:endParaRPr>
          </a:p>
        </p:txBody>
      </p:sp>
      <p:sp>
        <p:nvSpPr>
          <p:cNvPr id="4" name="Author"/>
          <p:cNvSpPr>
            <a:spLocks noGrp="1"/>
          </p:cNvSpPr>
          <p:nvPr>
            <p:ph sz="quarter" idx="21"/>
          </p:nvPr>
        </p:nvSpPr>
        <p:spPr>
          <a:prstGeom prst="rect">
            <a:avLst/>
          </a:prstGeom>
        </p:spPr>
        <p:txBody>
          <a:bodyPr/>
          <a:lstStyle/>
          <a:p>
            <a:r>
              <a:rPr lang="en-US" dirty="0">
                <a:latin typeface="Times New Roman" panose="02020603050405020304" pitchFamily="18" charset="0"/>
                <a:cs typeface="Times New Roman" panose="02020603050405020304" pitchFamily="18" charset="0"/>
              </a:rPr>
              <a:t>Second Edition</a:t>
            </a:r>
          </a:p>
        </p:txBody>
      </p:sp>
      <p:sp>
        <p:nvSpPr>
          <p:cNvPr id="3" name="Edition"/>
          <p:cNvSpPr>
            <a:spLocks noGrp="1"/>
          </p:cNvSpPr>
          <p:nvPr>
            <p:ph sz="quarter" idx="22"/>
          </p:nvPr>
        </p:nvSpPr>
        <p:spPr>
          <a:xfrm>
            <a:off x="228600" y="2363724"/>
            <a:ext cx="8686800" cy="685800"/>
          </a:xfrm>
          <a:prstGeom prst="rect">
            <a:avLst/>
          </a:prstGeom>
        </p:spPr>
        <p:txBody>
          <a:bodyPr anchor="ctr"/>
          <a:lstStyle/>
          <a:p>
            <a:r>
              <a:rPr lang="en-US" sz="2600" dirty="0">
                <a:latin typeface="Times New Roman" panose="02020603050405020304" pitchFamily="18" charset="0"/>
                <a:cs typeface="Times New Roman" panose="02020603050405020304" pitchFamily="18" charset="0"/>
              </a:rPr>
              <a:t>Tintle, Chance, Cobb, Rossman, Roy, Swanson, VanderStoep</a:t>
            </a:r>
            <a:endParaRPr lang="en-US" sz="2600" baseline="30000" dirty="0">
              <a:latin typeface="Times New Roman" panose="02020603050405020304" pitchFamily="18" charset="0"/>
              <a:cs typeface="Times New Roman" panose="02020603050405020304" pitchFamily="18" charset="0"/>
            </a:endParaRPr>
          </a:p>
        </p:txBody>
      </p:sp>
      <p:sp>
        <p:nvSpPr>
          <p:cNvPr id="5" name="CN"/>
          <p:cNvSpPr>
            <a:spLocks noGrp="1"/>
          </p:cNvSpPr>
          <p:nvPr>
            <p:ph sz="quarter" idx="19"/>
          </p:nvPr>
        </p:nvSpPr>
        <p:spPr>
          <a:xfrm>
            <a:off x="152400" y="3657600"/>
            <a:ext cx="8839200" cy="533400"/>
          </a:xfrm>
        </p:spPr>
        <p:txBody>
          <a:bodyPr anchor="ctr"/>
          <a:lstStyle/>
          <a:p>
            <a:r>
              <a:rPr lang="en-US" dirty="0">
                <a:latin typeface="Times New Roman" panose="02020603050405020304" pitchFamily="18" charset="0"/>
                <a:cs typeface="Times New Roman" panose="02020603050405020304" pitchFamily="18" charset="0"/>
              </a:rPr>
              <a:t>Chapter 4</a:t>
            </a:r>
          </a:p>
        </p:txBody>
      </p:sp>
      <p:sp>
        <p:nvSpPr>
          <p:cNvPr id="6" name="CT"/>
          <p:cNvSpPr>
            <a:spLocks noGrp="1"/>
          </p:cNvSpPr>
          <p:nvPr>
            <p:ph sz="quarter" idx="20"/>
          </p:nvPr>
        </p:nvSpPr>
        <p:spPr>
          <a:xfrm>
            <a:off x="152400" y="4572000"/>
            <a:ext cx="8839200" cy="1437430"/>
          </a:xfrm>
        </p:spPr>
        <p:txBody>
          <a:bodyPr anchor="ctr"/>
          <a:lstStyle/>
          <a:p>
            <a:r>
              <a:rPr lang="en-US" sz="4000" dirty="0"/>
              <a:t>Causation: Can We Say What Caused the Effect?</a:t>
            </a:r>
          </a:p>
        </p:txBody>
      </p:sp>
      <p:sp>
        <p:nvSpPr>
          <p:cNvPr id="14" name="Content Placeholder 13"/>
          <p:cNvSpPr>
            <a:spLocks noGrp="1"/>
          </p:cNvSpPr>
          <p:nvPr>
            <p:ph sz="quarter" idx="24"/>
          </p:nvPr>
        </p:nvSpPr>
        <p:spPr>
          <a:xfrm>
            <a:off x="152400" y="6156325"/>
            <a:ext cx="8839200" cy="273050"/>
          </a:xfrm>
        </p:spPr>
        <p:txBody>
          <a:bodyPr/>
          <a:lstStyle/>
          <a:p>
            <a:r>
              <a:rPr lang="en-IN" sz="1200" dirty="0">
                <a:solidFill>
                  <a:schemeClr val="bg1"/>
                </a:solidFill>
                <a:latin typeface="Times New Roman" panose="02020603050405020304" pitchFamily="18" charset="0"/>
                <a:cs typeface="Times New Roman" panose="02020603050405020304" pitchFamily="18" charset="0"/>
              </a:rPr>
              <a:t>This slide deck contains animations. Please disable animations if they cause issues with your device.</a:t>
            </a:r>
          </a:p>
        </p:txBody>
      </p:sp>
      <p:sp>
        <p:nvSpPr>
          <p:cNvPr id="10" name="Content Placeholder 9"/>
          <p:cNvSpPr>
            <a:spLocks noGrp="1"/>
          </p:cNvSpPr>
          <p:nvPr>
            <p:ph sz="quarter" idx="23"/>
          </p:nvPr>
        </p:nvSpPr>
        <p:spPr>
          <a:xfrm>
            <a:off x="1291735" y="6340626"/>
            <a:ext cx="6584482" cy="457200"/>
          </a:xfrm>
          <a:prstGeom prst="rect">
            <a:avLst/>
          </a:prstGeom>
        </p:spPr>
        <p:txBody>
          <a:bodyPr anchor="ctr"/>
          <a:lstStyle/>
          <a:p>
            <a:pPr algn="ctr"/>
            <a:r>
              <a:rPr lang="en-US" sz="1200" dirty="0">
                <a:solidFill>
                  <a:schemeClr val="tx1">
                    <a:tint val="75000"/>
                  </a:schemeClr>
                </a:solidFill>
                <a:latin typeface="Times New Roman" panose="02020603050405020304" pitchFamily="18" charset="0"/>
                <a:ea typeface="Times New Roman" charset="0"/>
                <a:cs typeface="Times New Roman" panose="02020603050405020304" pitchFamily="18" charset="0"/>
              </a:rPr>
              <a:t>Copyright ©2021 John Wiley &amp; Sons, Inc.</a:t>
            </a:r>
          </a:p>
        </p:txBody>
      </p:sp>
    </p:spTree>
    <p:extLst>
      <p:ext uri="{BB962C8B-B14F-4D97-AF65-F5344CB8AC3E}">
        <p14:creationId xmlns:p14="http://schemas.microsoft.com/office/powerpoint/2010/main" val="1261288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8295FED-31EA-2F28-C62C-BF040B6FF4C6}"/>
              </a:ext>
            </a:extLst>
          </p:cNvPr>
          <p:cNvSpPr>
            <a:spLocks noGrp="1"/>
          </p:cNvSpPr>
          <p:nvPr>
            <p:ph type="title"/>
          </p:nvPr>
        </p:nvSpPr>
        <p:spPr/>
        <p:txBody>
          <a:bodyPr/>
          <a:lstStyle/>
          <a:p>
            <a:r>
              <a:rPr lang="en-US" dirty="0"/>
              <a:t>Is this on the midterm exam?</a:t>
            </a:r>
          </a:p>
        </p:txBody>
      </p:sp>
      <p:sp>
        <p:nvSpPr>
          <p:cNvPr id="10" name="Content Placeholder 9">
            <a:extLst>
              <a:ext uri="{FF2B5EF4-FFF2-40B4-BE49-F238E27FC236}">
                <a16:creationId xmlns:a16="http://schemas.microsoft.com/office/drawing/2014/main" id="{AEC7E83C-D5C2-2A2D-CADE-0A6D6FF2D7B2}"/>
              </a:ext>
            </a:extLst>
          </p:cNvPr>
          <p:cNvSpPr>
            <a:spLocks noGrp="1"/>
          </p:cNvSpPr>
          <p:nvPr>
            <p:ph sz="quarter" idx="10"/>
          </p:nvPr>
        </p:nvSpPr>
        <p:spPr/>
        <p:txBody>
          <a:bodyPr/>
          <a:lstStyle/>
          <a:p>
            <a:pPr marL="0" indent="0">
              <a:buNone/>
            </a:pPr>
            <a:r>
              <a:rPr lang="en-US" sz="13800" dirty="0"/>
              <a:t>No</a:t>
            </a:r>
          </a:p>
          <a:p>
            <a:r>
              <a:rPr lang="en-US" dirty="0"/>
              <a:t>It will be on the next quiz/final, though</a:t>
            </a:r>
          </a:p>
        </p:txBody>
      </p:sp>
    </p:spTree>
    <p:extLst>
      <p:ext uri="{BB962C8B-B14F-4D97-AF65-F5344CB8AC3E}">
        <p14:creationId xmlns:p14="http://schemas.microsoft.com/office/powerpoint/2010/main" val="42109645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5C44F-93DD-4509-9DFA-473064D254B0}"/>
              </a:ext>
            </a:extLst>
          </p:cNvPr>
          <p:cNvSpPr>
            <a:spLocks noGrp="1"/>
          </p:cNvSpPr>
          <p:nvPr>
            <p:ph type="title"/>
          </p:nvPr>
        </p:nvSpPr>
        <p:spPr/>
        <p:txBody>
          <a:bodyPr/>
          <a:lstStyle/>
          <a:p>
            <a:r>
              <a:rPr lang="en-US" dirty="0"/>
              <a:t>Big Idea of Chapter 4 </a:t>
            </a:r>
            <a:r>
              <a:rPr lang="en-US" sz="2000" b="0" dirty="0"/>
              <a:t>(1 of 2)</a:t>
            </a:r>
            <a:endParaRPr lang="en-US" dirty="0"/>
          </a:p>
        </p:txBody>
      </p:sp>
      <p:sp>
        <p:nvSpPr>
          <p:cNvPr id="3" name="Content Placeholder 2">
            <a:extLst>
              <a:ext uri="{FF2B5EF4-FFF2-40B4-BE49-F238E27FC236}">
                <a16:creationId xmlns:a16="http://schemas.microsoft.com/office/drawing/2014/main" id="{F13A70D3-C5BB-4A0B-AC57-23EAD601927A}"/>
              </a:ext>
            </a:extLst>
          </p:cNvPr>
          <p:cNvSpPr>
            <a:spLocks noGrp="1"/>
          </p:cNvSpPr>
          <p:nvPr>
            <p:ph sz="quarter" idx="12"/>
          </p:nvPr>
        </p:nvSpPr>
        <p:spPr>
          <a:prstGeom prst="rect">
            <a:avLst/>
          </a:prstGeom>
        </p:spPr>
        <p:txBody>
          <a:bodyPr/>
          <a:lstStyle/>
          <a:p>
            <a:pPr marL="292608" indent="-292608">
              <a:buClr>
                <a:schemeClr val="accent2"/>
              </a:buClr>
              <a:buFont typeface="Arial" pitchFamily="34" charset="0"/>
              <a:buChar char="•"/>
            </a:pPr>
            <a:r>
              <a:rPr lang="en-US" sz="2400" dirty="0"/>
              <a:t>Previous research questions focused on one proportion</a:t>
            </a:r>
          </a:p>
          <a:p>
            <a:pPr marL="621792" lvl="1" indent="-320040">
              <a:buClr>
                <a:schemeClr val="accent2"/>
              </a:buClr>
              <a:buSzPct val="100000"/>
            </a:pPr>
            <a:r>
              <a:rPr lang="en-US" sz="2200" dirty="0"/>
              <a:t>What proportion of the time did Buzz push the correct button?</a:t>
            </a:r>
          </a:p>
          <a:p>
            <a:pPr marL="621792" lvl="1" indent="-320040">
              <a:buClr>
                <a:schemeClr val="accent2"/>
              </a:buClr>
              <a:buSzPct val="100000"/>
            </a:pPr>
            <a:r>
              <a:rPr lang="en-US" sz="2200" dirty="0"/>
              <a:t>What proportion of the time did Marine choose the correct bag?</a:t>
            </a:r>
          </a:p>
          <a:p>
            <a:pPr marL="164592" indent="-320040">
              <a:buClr>
                <a:schemeClr val="accent2"/>
              </a:buClr>
              <a:buSzPct val="100000"/>
            </a:pPr>
            <a:r>
              <a:rPr lang="en-US" sz="2400" dirty="0"/>
              <a:t>Or one mean</a:t>
            </a:r>
          </a:p>
          <a:p>
            <a:pPr marL="621792" lvl="1" indent="-320040">
              <a:buClr>
                <a:schemeClr val="accent2"/>
              </a:buClr>
              <a:buSzPct val="100000"/>
            </a:pPr>
            <a:r>
              <a:rPr lang="en-US" sz="2200" dirty="0"/>
              <a:t>How many hours, on average, do college students sleep per night?</a:t>
            </a:r>
          </a:p>
          <a:p>
            <a:pPr marL="292608" lvl="1" indent="-292608">
              <a:spcBef>
                <a:spcPts val="1000"/>
              </a:spcBef>
              <a:buClr>
                <a:schemeClr val="accent2"/>
              </a:buClr>
              <a:buSzPct val="100000"/>
              <a:buFont typeface="Arial" pitchFamily="34" charset="0"/>
              <a:buChar char="•"/>
            </a:pPr>
            <a:r>
              <a:rPr lang="en-US" dirty="0"/>
              <a:t>We will now start to focus research questions on </a:t>
            </a:r>
            <a:r>
              <a:rPr lang="en-US" i="1" dirty="0"/>
              <a:t>comparing</a:t>
            </a:r>
            <a:r>
              <a:rPr lang="en-US" dirty="0"/>
              <a:t> two groups</a:t>
            </a:r>
          </a:p>
          <a:p>
            <a:pPr marL="914400" lvl="2" indent="-457200">
              <a:spcBef>
                <a:spcPts val="1000"/>
              </a:spcBef>
              <a:buClr>
                <a:schemeClr val="accent2"/>
              </a:buClr>
              <a:buFont typeface="Courier New" panose="02070309020205020404" pitchFamily="49" charset="0"/>
              <a:buChar char="o"/>
            </a:pPr>
            <a:r>
              <a:rPr lang="en-US" sz="2200" dirty="0"/>
              <a:t>Are smokers more likely than non-smokers to have lung cancer?</a:t>
            </a:r>
          </a:p>
          <a:p>
            <a:pPr marL="914400" lvl="2" indent="-457200">
              <a:spcBef>
                <a:spcPts val="1000"/>
              </a:spcBef>
              <a:buClr>
                <a:schemeClr val="accent2"/>
              </a:buClr>
              <a:buFont typeface="Courier New" panose="02070309020205020404" pitchFamily="49" charset="0"/>
              <a:buChar char="o"/>
            </a:pPr>
            <a:r>
              <a:rPr lang="en-US" sz="2200" dirty="0"/>
              <a:t>Are children who used night lights as infants more likely to need glasses than children who didn’t use night lights?</a:t>
            </a:r>
          </a:p>
        </p:txBody>
      </p:sp>
    </p:spTree>
    <p:extLst>
      <p:ext uri="{BB962C8B-B14F-4D97-AF65-F5344CB8AC3E}">
        <p14:creationId xmlns:p14="http://schemas.microsoft.com/office/powerpoint/2010/main" val="29161754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Big Idea of Chapter 4 </a:t>
            </a:r>
            <a:r>
              <a:rPr lang="en-US" sz="2000" b="0" dirty="0"/>
              <a:t>(2 of 2)</a:t>
            </a:r>
            <a:endParaRPr lang="en-US" dirty="0"/>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prstGeom prst="rect">
            <a:avLst/>
          </a:prstGeom>
        </p:spPr>
        <p:txBody>
          <a:bodyPr/>
          <a:lstStyle/>
          <a:p>
            <a:pPr marL="292608" indent="-292608">
              <a:buClr>
                <a:schemeClr val="accent2"/>
              </a:buClr>
              <a:buFont typeface="Arial" pitchFamily="34" charset="0"/>
              <a:buChar char="•"/>
            </a:pPr>
            <a:r>
              <a:rPr lang="en-US" dirty="0"/>
              <a:t>In comparing two groups, there will be two variables </a:t>
            </a:r>
          </a:p>
          <a:p>
            <a:pPr marL="749808" lvl="1" indent="-292608">
              <a:buClr>
                <a:schemeClr val="accent2"/>
              </a:buClr>
              <a:buFont typeface="Arial" pitchFamily="34" charset="0"/>
              <a:buChar char="•"/>
            </a:pPr>
            <a:r>
              <a:rPr lang="en-US" dirty="0"/>
              <a:t>Example: smoking, lung cancer.</a:t>
            </a:r>
          </a:p>
          <a:p>
            <a:pPr marL="292608" indent="-292608">
              <a:buClr>
                <a:schemeClr val="accent2"/>
              </a:buClr>
              <a:buFont typeface="Arial" pitchFamily="34" charset="0"/>
              <a:buChar char="•"/>
            </a:pPr>
            <a:r>
              <a:rPr lang="en-US" dirty="0"/>
              <a:t>So with these comparisons, we will:</a:t>
            </a:r>
          </a:p>
          <a:p>
            <a:pPr marL="621792" lvl="1" indent="-320040">
              <a:buClr>
                <a:schemeClr val="accent2"/>
              </a:buClr>
            </a:pPr>
            <a:r>
              <a:rPr lang="en-US" dirty="0"/>
              <a:t>Determine when there is an </a:t>
            </a:r>
            <a:r>
              <a:rPr lang="en-US" i="1" dirty="0"/>
              <a:t>association</a:t>
            </a:r>
            <a:r>
              <a:rPr lang="en-US" dirty="0"/>
              <a:t> between our two variables.</a:t>
            </a:r>
          </a:p>
          <a:p>
            <a:pPr marL="621792" lvl="1" indent="-320040">
              <a:buClr>
                <a:schemeClr val="accent2"/>
              </a:buClr>
            </a:pPr>
            <a:r>
              <a:rPr lang="en-US" dirty="0"/>
              <a:t>Determine when we can conclude the outcome of one variable </a:t>
            </a:r>
            <a:r>
              <a:rPr lang="en-US" i="1" dirty="0"/>
              <a:t>causes</a:t>
            </a:r>
            <a:r>
              <a:rPr lang="en-US" dirty="0"/>
              <a:t> an outcome of the other.</a:t>
            </a:r>
          </a:p>
        </p:txBody>
      </p:sp>
    </p:spTree>
    <p:extLst>
      <p:ext uri="{BB962C8B-B14F-4D97-AF65-F5344CB8AC3E}">
        <p14:creationId xmlns:p14="http://schemas.microsoft.com/office/powerpoint/2010/main" val="983845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25A1-2F10-484F-80D3-D1DF42971302}"/>
              </a:ext>
            </a:extLst>
          </p:cNvPr>
          <p:cNvSpPr>
            <a:spLocks noGrp="1"/>
          </p:cNvSpPr>
          <p:nvPr>
            <p:ph type="title"/>
          </p:nvPr>
        </p:nvSpPr>
        <p:spPr/>
        <p:txBody>
          <a:bodyPr/>
          <a:lstStyle/>
          <a:p>
            <a:r>
              <a:rPr lang="en-US" dirty="0"/>
              <a:t>Types of Variables</a:t>
            </a:r>
          </a:p>
        </p:txBody>
      </p:sp>
      <p:sp>
        <p:nvSpPr>
          <p:cNvPr id="3" name="Content Placeholder 2">
            <a:extLst>
              <a:ext uri="{FF2B5EF4-FFF2-40B4-BE49-F238E27FC236}">
                <a16:creationId xmlns:a16="http://schemas.microsoft.com/office/drawing/2014/main" id="{733F55E6-2348-4292-9183-420364689E97}"/>
              </a:ext>
            </a:extLst>
          </p:cNvPr>
          <p:cNvSpPr>
            <a:spLocks noGrp="1"/>
          </p:cNvSpPr>
          <p:nvPr>
            <p:ph sz="quarter" idx="12"/>
          </p:nvPr>
        </p:nvSpPr>
        <p:spPr>
          <a:xfrm>
            <a:off x="304800" y="1911350"/>
            <a:ext cx="8669110" cy="4249870"/>
          </a:xfrm>
          <a:prstGeom prst="rect">
            <a:avLst/>
          </a:prstGeom>
        </p:spPr>
        <p:txBody>
          <a:bodyPr/>
          <a:lstStyle/>
          <a:p>
            <a:pPr marL="292608" indent="-292608">
              <a:buClr>
                <a:schemeClr val="accent2"/>
              </a:buClr>
              <a:buFont typeface="Arial" pitchFamily="34" charset="0"/>
              <a:buChar char="•"/>
            </a:pPr>
            <a:r>
              <a:rPr lang="en-US" dirty="0"/>
              <a:t>When two variables are involved in a study, they are often classified as </a:t>
            </a:r>
            <a:r>
              <a:rPr lang="en-US" b="1" dirty="0"/>
              <a:t>explanatory </a:t>
            </a:r>
            <a:r>
              <a:rPr lang="en-US" dirty="0"/>
              <a:t>and </a:t>
            </a:r>
            <a:r>
              <a:rPr lang="en-US" b="1" dirty="0"/>
              <a:t>response</a:t>
            </a:r>
          </a:p>
          <a:p>
            <a:pPr marL="292608" indent="-292608">
              <a:buClr>
                <a:schemeClr val="accent2"/>
              </a:buClr>
              <a:buFont typeface="Arial" pitchFamily="34" charset="0"/>
              <a:buChar char="•"/>
            </a:pPr>
            <a:r>
              <a:rPr lang="en-US" b="1" dirty="0"/>
              <a:t>Explanatory variable</a:t>
            </a:r>
            <a:r>
              <a:rPr lang="en-US" dirty="0"/>
              <a:t> (Independent, Predictor)</a:t>
            </a:r>
          </a:p>
          <a:p>
            <a:pPr marL="621792" lvl="1" indent="-320040">
              <a:buClr>
                <a:schemeClr val="accent2"/>
              </a:buClr>
            </a:pPr>
            <a:r>
              <a:rPr lang="en-US" dirty="0"/>
              <a:t>The variable we think is “explaining” the change in the response variable. (Many times, this is the variable the researchers are manipulating.)</a:t>
            </a:r>
          </a:p>
          <a:p>
            <a:pPr marL="292608" indent="-292608">
              <a:buClr>
                <a:schemeClr val="accent2"/>
              </a:buClr>
              <a:buFont typeface="Arial" pitchFamily="34" charset="0"/>
              <a:buChar char="•"/>
            </a:pPr>
            <a:r>
              <a:rPr lang="en-US" b="1" dirty="0"/>
              <a:t>Response variable</a:t>
            </a:r>
            <a:r>
              <a:rPr lang="en-US" dirty="0"/>
              <a:t> (Dependent)</a:t>
            </a:r>
          </a:p>
          <a:p>
            <a:pPr marL="621792" lvl="1" indent="-320040">
              <a:buClr>
                <a:schemeClr val="accent2"/>
              </a:buClr>
            </a:pPr>
            <a:r>
              <a:rPr lang="en-US" dirty="0"/>
              <a:t>The variable we think is being impacted or changed by the explanatory variable.</a:t>
            </a:r>
          </a:p>
        </p:txBody>
      </p:sp>
    </p:spTree>
    <p:extLst>
      <p:ext uri="{BB962C8B-B14F-4D97-AF65-F5344CB8AC3E}">
        <p14:creationId xmlns:p14="http://schemas.microsoft.com/office/powerpoint/2010/main" val="847916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CB211F-BBC3-CE0C-AAE8-5F2DF945D992}"/>
              </a:ext>
            </a:extLst>
          </p:cNvPr>
          <p:cNvSpPr>
            <a:spLocks noGrp="1"/>
          </p:cNvSpPr>
          <p:nvPr>
            <p:ph type="title"/>
          </p:nvPr>
        </p:nvSpPr>
        <p:spPr/>
        <p:txBody>
          <a:bodyPr/>
          <a:lstStyle/>
          <a:p>
            <a:r>
              <a:rPr lang="en-US" dirty="0"/>
              <a:t>Explanatory vs. Response</a:t>
            </a:r>
          </a:p>
        </p:txBody>
      </p:sp>
      <p:sp>
        <p:nvSpPr>
          <p:cNvPr id="3" name="Slide Number Placeholder 2">
            <a:extLst>
              <a:ext uri="{FF2B5EF4-FFF2-40B4-BE49-F238E27FC236}">
                <a16:creationId xmlns:a16="http://schemas.microsoft.com/office/drawing/2014/main" id="{C1340322-7B7E-7FF7-0890-1BD2A0120CC9}"/>
              </a:ext>
            </a:extLst>
          </p:cNvPr>
          <p:cNvSpPr>
            <a:spLocks noGrp="1"/>
          </p:cNvSpPr>
          <p:nvPr>
            <p:ph type="sldNum" sz="quarter" idx="10"/>
          </p:nvPr>
        </p:nvSpPr>
        <p:spPr/>
        <p:txBody>
          <a:bodyPr/>
          <a:lstStyle/>
          <a:p>
            <a:fld id="{67B19427-F580-D146-B60E-4CADEE75497F}" type="slidenum">
              <a:rPr lang="en-US" smtClean="0"/>
              <a:pPr/>
              <a:t>6</a:t>
            </a:fld>
            <a:endParaRPr lang="en-US" dirty="0"/>
          </a:p>
        </p:txBody>
      </p:sp>
      <p:sp>
        <p:nvSpPr>
          <p:cNvPr id="4" name="Footer Placeholder 3">
            <a:extLst>
              <a:ext uri="{FF2B5EF4-FFF2-40B4-BE49-F238E27FC236}">
                <a16:creationId xmlns:a16="http://schemas.microsoft.com/office/drawing/2014/main" id="{85A3F303-2650-A177-1DF4-C0C608CE961E}"/>
              </a:ext>
            </a:extLst>
          </p:cNvPr>
          <p:cNvSpPr>
            <a:spLocks noGrp="1"/>
          </p:cNvSpPr>
          <p:nvPr>
            <p:ph type="ftr" sz="quarter" idx="11"/>
          </p:nvPr>
        </p:nvSpPr>
        <p:spPr/>
        <p:txBody>
          <a:bodyPr/>
          <a:lstStyle/>
          <a:p>
            <a:r>
              <a:rPr lang="en-US"/>
              <a:t>Copyright ©2020 John Wiley &amp; Sons, Inc. </a:t>
            </a:r>
            <a:endParaRPr lang="en-US" dirty="0"/>
          </a:p>
        </p:txBody>
      </p:sp>
      <p:graphicFrame>
        <p:nvGraphicFramePr>
          <p:cNvPr id="6" name="Content Placeholder 5">
            <a:extLst>
              <a:ext uri="{FF2B5EF4-FFF2-40B4-BE49-F238E27FC236}">
                <a16:creationId xmlns:a16="http://schemas.microsoft.com/office/drawing/2014/main" id="{1FCA52F9-61C7-BF57-1F6E-DE214CF13AA4}"/>
              </a:ext>
            </a:extLst>
          </p:cNvPr>
          <p:cNvGraphicFramePr>
            <a:graphicFrameLocks noGrp="1"/>
          </p:cNvGraphicFramePr>
          <p:nvPr>
            <p:ph sz="quarter" idx="12"/>
            <p:extLst>
              <p:ext uri="{D42A27DB-BD31-4B8C-83A1-F6EECF244321}">
                <p14:modId xmlns:p14="http://schemas.microsoft.com/office/powerpoint/2010/main" val="1691698914"/>
              </p:ext>
            </p:extLst>
          </p:nvPr>
        </p:nvGraphicFramePr>
        <p:xfrm>
          <a:off x="304800" y="1911350"/>
          <a:ext cx="8534400" cy="39465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8185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t>Roles of Variables</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134710" y="1459084"/>
            <a:ext cx="8839200" cy="4398791"/>
          </a:xfrm>
          <a:prstGeom prst="rect">
            <a:avLst/>
          </a:prstGeom>
        </p:spPr>
        <p:txBody>
          <a:bodyPr/>
          <a:lstStyle/>
          <a:p>
            <a:pPr marL="292608" indent="-292608">
              <a:buClr>
                <a:schemeClr val="accent2"/>
              </a:buClr>
              <a:buFont typeface="Arial" pitchFamily="34" charset="0"/>
              <a:buChar char="•"/>
            </a:pPr>
            <a:r>
              <a:rPr lang="en-US" i="1" dirty="0"/>
              <a:t>Turn and talk</a:t>
            </a:r>
            <a:r>
              <a:rPr lang="en-US" dirty="0"/>
              <a:t>:</a:t>
            </a:r>
          </a:p>
          <a:p>
            <a:pPr marL="0" indent="0">
              <a:buClr>
                <a:schemeClr val="accent2"/>
              </a:buClr>
              <a:buNone/>
            </a:pPr>
            <a:r>
              <a:rPr lang="en-US" dirty="0"/>
              <a:t>Choose the explanatory (cause) and response (effect) variable:</a:t>
            </a:r>
          </a:p>
          <a:p>
            <a:pPr marL="621792" lvl="1" indent="-320040">
              <a:buClr>
                <a:schemeClr val="accent2"/>
              </a:buClr>
            </a:pPr>
            <a:r>
              <a:rPr lang="en-US" dirty="0"/>
              <a:t>Smoking and lung cancer</a:t>
            </a:r>
          </a:p>
          <a:p>
            <a:pPr marL="621792" lvl="1" indent="-320040">
              <a:buClr>
                <a:schemeClr val="accent2"/>
              </a:buClr>
            </a:pPr>
            <a:r>
              <a:rPr lang="en-US" dirty="0"/>
              <a:t>Heart disease and Diet</a:t>
            </a:r>
          </a:p>
          <a:p>
            <a:pPr marL="621792" lvl="1" indent="-320040">
              <a:buClr>
                <a:schemeClr val="accent2"/>
              </a:buClr>
            </a:pPr>
            <a:r>
              <a:rPr lang="en-US" dirty="0"/>
              <a:t>Time spent on social media and GPA</a:t>
            </a:r>
          </a:p>
          <a:p>
            <a:pPr marL="621792" lvl="1" indent="-320040">
              <a:buClr>
                <a:schemeClr val="accent2"/>
              </a:buClr>
            </a:pPr>
            <a:r>
              <a:rPr lang="en-US" dirty="0"/>
              <a:t>Hair color and eye color</a:t>
            </a:r>
          </a:p>
          <a:p>
            <a:pPr marL="301752" lvl="1" indent="0">
              <a:buClr>
                <a:schemeClr val="accent2"/>
              </a:buClr>
              <a:buNone/>
            </a:pPr>
            <a:r>
              <a:rPr lang="en-US" i="1" dirty="0"/>
              <a:t>Cold call: share answers &amp; nuance</a:t>
            </a:r>
          </a:p>
          <a:p>
            <a:pPr marL="292608" indent="-292608">
              <a:buClr>
                <a:schemeClr val="accent2"/>
              </a:buClr>
              <a:buFont typeface="Arial" pitchFamily="34" charset="0"/>
              <a:buChar char="•"/>
            </a:pPr>
            <a:r>
              <a:rPr lang="en-US" dirty="0"/>
              <a:t>Sometimes there is a clear distinction between explanatory and response variables and sometimes there isn’t.</a:t>
            </a:r>
          </a:p>
          <a:p>
            <a:pPr marL="292608" indent="-292608">
              <a:buClr>
                <a:schemeClr val="accent2"/>
              </a:buClr>
              <a:buFont typeface="Arial" pitchFamily="34" charset="0"/>
              <a:buChar char="•"/>
            </a:pPr>
            <a:r>
              <a:rPr lang="en-US" dirty="0"/>
              <a:t>It also depends on what our research question is.</a:t>
            </a:r>
          </a:p>
        </p:txBody>
      </p:sp>
    </p:spTree>
    <p:extLst>
      <p:ext uri="{BB962C8B-B14F-4D97-AF65-F5344CB8AC3E}">
        <p14:creationId xmlns:p14="http://schemas.microsoft.com/office/powerpoint/2010/main" val="41415077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Observational Studies </a:t>
            </a:r>
            <a:r>
              <a:rPr lang="en-US" sz="2000" b="0" dirty="0"/>
              <a:t>(1 of 2)</a:t>
            </a:r>
          </a:p>
        </p:txBody>
      </p:sp>
      <p:sp>
        <p:nvSpPr>
          <p:cNvPr id="2" name="Content Placeholder 1"/>
          <p:cNvSpPr>
            <a:spLocks noGrp="1"/>
          </p:cNvSpPr>
          <p:nvPr>
            <p:ph sz="quarter" idx="12"/>
          </p:nvPr>
        </p:nvSpPr>
        <p:spPr/>
        <p:txBody>
          <a:bodyPr>
            <a:normAutofit/>
          </a:bodyPr>
          <a:lstStyle/>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In </a:t>
            </a:r>
            <a:r>
              <a:rPr lang="en-US" b="1" dirty="0">
                <a:latin typeface="Times New Roman" panose="02020603050405020304" pitchFamily="18" charset="0"/>
                <a:cs typeface="Times New Roman" panose="02020603050405020304" pitchFamily="18" charset="0"/>
              </a:rPr>
              <a:t>observational studies </a:t>
            </a:r>
            <a:r>
              <a:rPr lang="en-US" dirty="0">
                <a:latin typeface="Times New Roman" panose="02020603050405020304" pitchFamily="18" charset="0"/>
                <a:cs typeface="Times New Roman" panose="02020603050405020304" pitchFamily="18" charset="0"/>
              </a:rPr>
              <a:t>researchers observe individuals and measure variables of interest</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Examples: </a:t>
            </a:r>
          </a:p>
          <a:p>
            <a:pPr marL="621792" lvl="1" indent="-320040">
              <a:buClr>
                <a:schemeClr val="accent2"/>
              </a:buClr>
              <a:buSzPct val="80000"/>
              <a:buFont typeface="Courier New" pitchFamily="49" charset="0"/>
              <a:buChar char="o"/>
            </a:pPr>
            <a:r>
              <a:rPr lang="en-US" dirty="0">
                <a:latin typeface="Times New Roman" panose="02020603050405020304" pitchFamily="18" charset="0"/>
                <a:cs typeface="Times New Roman" panose="02020603050405020304" pitchFamily="18" charset="0"/>
              </a:rPr>
              <a:t>A significantly higher proportion of individuals who smoke get lung cancer compared to same-age individuals who don’t smoke </a:t>
            </a:r>
          </a:p>
          <a:p>
            <a:pPr marL="621792" lvl="1" indent="-320040">
              <a:buClr>
                <a:schemeClr val="accent2"/>
              </a:buClr>
              <a:buSzPct val="80000"/>
              <a:buFont typeface="Courier New" pitchFamily="49" charset="0"/>
              <a:buChar char="o"/>
            </a:pPr>
            <a:r>
              <a:rPr lang="en-US" dirty="0">
                <a:latin typeface="Times New Roman" panose="02020603050405020304" pitchFamily="18" charset="0"/>
                <a:cs typeface="Times New Roman" panose="02020603050405020304" pitchFamily="18" charset="0"/>
              </a:rPr>
              <a:t>College students who spend more time on Facebook tend to have lower GPAs</a:t>
            </a:r>
          </a:p>
          <a:p>
            <a:pPr marL="164592" indent="-320040">
              <a:buClr>
                <a:schemeClr val="accent2"/>
              </a:buClr>
              <a:buSzPct val="80000"/>
              <a:buFont typeface="Courier New" pitchFamily="49" charset="0"/>
              <a:buChar char="o"/>
            </a:pPr>
            <a:r>
              <a:rPr lang="en-US" dirty="0"/>
              <a:t>Most studies we've examined so far have been this.</a:t>
            </a:r>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4007498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Observational Studies </a:t>
            </a:r>
            <a:r>
              <a:rPr lang="en-US" sz="2000" b="0" dirty="0"/>
              <a:t>(2 of 2)</a:t>
            </a:r>
          </a:p>
        </p:txBody>
      </p:sp>
      <p:sp>
        <p:nvSpPr>
          <p:cNvPr id="2" name="Content Placeholder 1"/>
          <p:cNvSpPr>
            <a:spLocks noGrp="1"/>
          </p:cNvSpPr>
          <p:nvPr>
            <p:ph sz="quarter" idx="12"/>
          </p:nvPr>
        </p:nvSpPr>
        <p:spPr/>
        <p:txBody>
          <a:bodyPr>
            <a:normAutofit/>
          </a:bodyPr>
          <a:lstStyle/>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Do these studies prove that smoking </a:t>
            </a:r>
            <a:r>
              <a:rPr lang="en-US" i="1" dirty="0">
                <a:latin typeface="Times New Roman" panose="02020603050405020304" pitchFamily="18" charset="0"/>
                <a:cs typeface="Times New Roman" panose="02020603050405020304" pitchFamily="18" charset="0"/>
              </a:rPr>
              <a:t>causes</a:t>
            </a:r>
            <a:r>
              <a:rPr lang="en-US" dirty="0">
                <a:latin typeface="Times New Roman" panose="02020603050405020304" pitchFamily="18" charset="0"/>
                <a:cs typeface="Times New Roman" panose="02020603050405020304" pitchFamily="18" charset="0"/>
              </a:rPr>
              <a:t> lung cancer or Facebook </a:t>
            </a:r>
            <a:r>
              <a:rPr lang="en-US" i="1" dirty="0">
                <a:latin typeface="Times New Roman" panose="02020603050405020304" pitchFamily="18" charset="0"/>
                <a:cs typeface="Times New Roman" panose="02020603050405020304" pitchFamily="18" charset="0"/>
              </a:rPr>
              <a:t>causes</a:t>
            </a:r>
            <a:r>
              <a:rPr lang="en-US" dirty="0">
                <a:solidFill>
                  <a:schemeClr val="bg2">
                    <a:lumMod val="60000"/>
                    <a:lumOff val="40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lower GPAs? </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Many people who see these types of studies think so… </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It depends on the study design</a:t>
            </a:r>
          </a:p>
        </p:txBody>
      </p:sp>
    </p:spTree>
    <p:custDataLst>
      <p:tags r:id="rId1"/>
    </p:custDataLst>
    <p:extLst>
      <p:ext uri="{BB962C8B-B14F-4D97-AF65-F5344CB8AC3E}">
        <p14:creationId xmlns:p14="http://schemas.microsoft.com/office/powerpoint/2010/main" val="1895739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E684E-1466-0EC1-F9A4-E6983A6D1B0D}"/>
              </a:ext>
            </a:extLst>
          </p:cNvPr>
          <p:cNvSpPr>
            <a:spLocks noGrp="1"/>
          </p:cNvSpPr>
          <p:nvPr>
            <p:ph type="title"/>
          </p:nvPr>
        </p:nvSpPr>
        <p:spPr/>
        <p:txBody>
          <a:bodyPr/>
          <a:lstStyle/>
          <a:p>
            <a:r>
              <a:rPr lang="en-US" dirty="0"/>
              <a:t>Variable Association</a:t>
            </a:r>
          </a:p>
        </p:txBody>
      </p:sp>
      <p:sp>
        <p:nvSpPr>
          <p:cNvPr id="3" name="Slide Number Placeholder 2">
            <a:extLst>
              <a:ext uri="{FF2B5EF4-FFF2-40B4-BE49-F238E27FC236}">
                <a16:creationId xmlns:a16="http://schemas.microsoft.com/office/drawing/2014/main" id="{75499CEF-4140-8036-BF88-0A65C4549AB5}"/>
              </a:ext>
            </a:extLst>
          </p:cNvPr>
          <p:cNvSpPr>
            <a:spLocks noGrp="1"/>
          </p:cNvSpPr>
          <p:nvPr>
            <p:ph type="sldNum" sz="quarter" idx="10"/>
          </p:nvPr>
        </p:nvSpPr>
        <p:spPr/>
        <p:txBody>
          <a:bodyPr/>
          <a:lstStyle/>
          <a:p>
            <a:fld id="{67B19427-F580-D146-B60E-4CADEE75497F}" type="slidenum">
              <a:rPr lang="en-US" smtClean="0"/>
              <a:pPr/>
              <a:t>10</a:t>
            </a:fld>
            <a:endParaRPr lang="en-US" dirty="0"/>
          </a:p>
        </p:txBody>
      </p:sp>
      <p:sp>
        <p:nvSpPr>
          <p:cNvPr id="4" name="Footer Placeholder 3">
            <a:extLst>
              <a:ext uri="{FF2B5EF4-FFF2-40B4-BE49-F238E27FC236}">
                <a16:creationId xmlns:a16="http://schemas.microsoft.com/office/drawing/2014/main" id="{718A8756-6E29-E1D6-4608-2C54EC322F15}"/>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00EB191F-B0E0-689A-9623-BC63673CF4A4}"/>
              </a:ext>
            </a:extLst>
          </p:cNvPr>
          <p:cNvSpPr>
            <a:spLocks noGrp="1"/>
          </p:cNvSpPr>
          <p:nvPr>
            <p:ph sz="quarter" idx="12"/>
          </p:nvPr>
        </p:nvSpPr>
        <p:spPr/>
        <p:txBody>
          <a:bodyPr/>
          <a:lstStyle/>
          <a:p>
            <a:r>
              <a:rPr lang="en-US" sz="2800" dirty="0"/>
              <a:t>Two variables are </a:t>
            </a:r>
            <a:r>
              <a:rPr lang="en-US" sz="2800" b="1" dirty="0"/>
              <a:t>associated</a:t>
            </a:r>
            <a:r>
              <a:rPr lang="en-US" sz="2800" dirty="0"/>
              <a:t> if the values of one variable provide information (help you predict) the values of the other variable.</a:t>
            </a:r>
          </a:p>
          <a:p>
            <a:r>
              <a:rPr lang="en-US" sz="2800" dirty="0"/>
              <a:t>But association ≠ causation!</a:t>
            </a:r>
          </a:p>
        </p:txBody>
      </p:sp>
      <p:pic>
        <p:nvPicPr>
          <p:cNvPr id="1026" name="Picture 2" descr="Correlation is not causation">
            <a:extLst>
              <a:ext uri="{FF2B5EF4-FFF2-40B4-BE49-F238E27FC236}">
                <a16:creationId xmlns:a16="http://schemas.microsoft.com/office/drawing/2014/main" id="{6E1E5AF9-F657-468B-3906-A63F6B3E96B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460" r="15140"/>
          <a:stretch>
            <a:fillRect/>
          </a:stretch>
        </p:blipFill>
        <p:spPr bwMode="auto">
          <a:xfrm>
            <a:off x="0" y="3927929"/>
            <a:ext cx="3028950" cy="2382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180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E68BA-6FF5-741C-8EB0-F6614FA7D4E9}"/>
              </a:ext>
            </a:extLst>
          </p:cNvPr>
          <p:cNvSpPr>
            <a:spLocks noGrp="1"/>
          </p:cNvSpPr>
          <p:nvPr>
            <p:ph type="title"/>
          </p:nvPr>
        </p:nvSpPr>
        <p:spPr/>
        <p:txBody>
          <a:bodyPr/>
          <a:lstStyle/>
          <a:p>
            <a:r>
              <a:rPr lang="en-US" dirty="0"/>
              <a:t>Confounding variable</a:t>
            </a:r>
          </a:p>
        </p:txBody>
      </p:sp>
      <p:sp>
        <p:nvSpPr>
          <p:cNvPr id="3" name="Slide Number Placeholder 2">
            <a:extLst>
              <a:ext uri="{FF2B5EF4-FFF2-40B4-BE49-F238E27FC236}">
                <a16:creationId xmlns:a16="http://schemas.microsoft.com/office/drawing/2014/main" id="{83C543B7-C30A-5A3D-16A5-01CA1BF11312}"/>
              </a:ext>
            </a:extLst>
          </p:cNvPr>
          <p:cNvSpPr>
            <a:spLocks noGrp="1"/>
          </p:cNvSpPr>
          <p:nvPr>
            <p:ph type="sldNum" sz="quarter" idx="10"/>
          </p:nvPr>
        </p:nvSpPr>
        <p:spPr/>
        <p:txBody>
          <a:bodyPr/>
          <a:lstStyle/>
          <a:p>
            <a:fld id="{67B19427-F580-D146-B60E-4CADEE75497F}" type="slidenum">
              <a:rPr lang="en-US" smtClean="0"/>
              <a:pPr/>
              <a:t>11</a:t>
            </a:fld>
            <a:endParaRPr lang="en-US" dirty="0"/>
          </a:p>
        </p:txBody>
      </p:sp>
      <p:sp>
        <p:nvSpPr>
          <p:cNvPr id="4" name="Footer Placeholder 3">
            <a:extLst>
              <a:ext uri="{FF2B5EF4-FFF2-40B4-BE49-F238E27FC236}">
                <a16:creationId xmlns:a16="http://schemas.microsoft.com/office/drawing/2014/main" id="{62A25222-6B81-24DC-D890-AE67E6F8CED2}"/>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E4661E46-8F0D-E443-F18A-CDA521C8EA5C}"/>
              </a:ext>
            </a:extLst>
          </p:cNvPr>
          <p:cNvSpPr>
            <a:spLocks noGrp="1"/>
          </p:cNvSpPr>
          <p:nvPr>
            <p:ph sz="quarter" idx="12"/>
          </p:nvPr>
        </p:nvSpPr>
        <p:spPr/>
        <p:txBody>
          <a:bodyPr/>
          <a:lstStyle/>
          <a:p>
            <a:r>
              <a:rPr lang="en-US" dirty="0"/>
              <a:t>Sometimes we're forgetting what's right in front of us.</a:t>
            </a:r>
          </a:p>
          <a:p>
            <a:r>
              <a:rPr lang="en-US" dirty="0"/>
              <a:t>There could be a </a:t>
            </a:r>
            <a:r>
              <a:rPr lang="en-US" b="1" dirty="0"/>
              <a:t>confounding</a:t>
            </a:r>
            <a:r>
              <a:rPr lang="en-US" dirty="0"/>
              <a:t> variable that explains things better.</a:t>
            </a:r>
          </a:p>
          <a:p>
            <a:pPr lvl="1"/>
            <a:r>
              <a:rPr lang="en-US" dirty="0"/>
              <a:t>A </a:t>
            </a:r>
            <a:r>
              <a:rPr lang="en-US" b="1" dirty="0"/>
              <a:t>confounding variable </a:t>
            </a:r>
            <a:r>
              <a:rPr lang="en-US" dirty="0"/>
              <a:t>is associated with </a:t>
            </a:r>
            <a:r>
              <a:rPr lang="en-US" i="1" dirty="0"/>
              <a:t>both</a:t>
            </a:r>
            <a:r>
              <a:rPr lang="en-US" dirty="0"/>
              <a:t> the explanatory variable and the response variable.</a:t>
            </a:r>
          </a:p>
          <a:p>
            <a:pPr lvl="1">
              <a:buClr>
                <a:schemeClr val="accent2"/>
              </a:buClr>
              <a:buFont typeface="Arial" panose="020B0604020202020204" pitchFamily="34" charset="0"/>
              <a:buChar char="•"/>
            </a:pPr>
            <a:r>
              <a:rPr lang="en-US" dirty="0"/>
              <a:t>its effects on the response cannot be separated from those of the explanatory variable.</a:t>
            </a:r>
          </a:p>
          <a:p>
            <a:pPr>
              <a:buClr>
                <a:schemeClr val="accent2"/>
              </a:buClr>
              <a:buFont typeface="Arial" panose="020B0604020202020204" pitchFamily="34" charset="0"/>
              <a:buChar char="•"/>
            </a:pPr>
            <a:r>
              <a:rPr lang="en-US" dirty="0"/>
              <a:t>Because of this, we can’t draw cause and effect conclusions when confounding variables are present.</a:t>
            </a:r>
          </a:p>
          <a:p>
            <a:endParaRPr lang="en-US" dirty="0"/>
          </a:p>
        </p:txBody>
      </p:sp>
    </p:spTree>
    <p:extLst>
      <p:ext uri="{BB962C8B-B14F-4D97-AF65-F5344CB8AC3E}">
        <p14:creationId xmlns:p14="http://schemas.microsoft.com/office/powerpoint/2010/main" val="19147575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Night Lights and Nearsightedness </a:t>
            </a:r>
            <a:r>
              <a:rPr lang="en-US" sz="2000" b="0" dirty="0"/>
              <a:t>(1 of 5)</a:t>
            </a:r>
          </a:p>
        </p:txBody>
      </p:sp>
      <p:sp>
        <p:nvSpPr>
          <p:cNvPr id="2" name="Content Placeholder 1"/>
          <p:cNvSpPr>
            <a:spLocks noGrp="1"/>
          </p:cNvSpPr>
          <p:nvPr>
            <p:ph sz="quarter" idx="12"/>
          </p:nvPr>
        </p:nvSpPr>
        <p:spPr/>
        <p:txBody>
          <a:bodyPr>
            <a:normAutofit fontScale="92500"/>
          </a:bodyPr>
          <a:lstStyle/>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Near-sightedness often develops in childhood</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Recent studies looked to see if there is an association between near-sightedness and nightlight use with infants</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Researchers interviewed parents of 479 children who were outpatients in a pediatric ophthalmology clinic</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Asked parents whether the child slept with the room light on, with a night light on, or in darkness before age 2</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Children were also separated into two groups: </a:t>
            </a:r>
            <a:r>
              <a:rPr lang="en-US" i="1" dirty="0">
                <a:latin typeface="Times New Roman" panose="02020603050405020304" pitchFamily="18" charset="0"/>
                <a:cs typeface="Times New Roman" panose="02020603050405020304" pitchFamily="18" charset="0"/>
              </a:rPr>
              <a:t>near-sighted </a:t>
            </a:r>
            <a:r>
              <a:rPr lang="en-US" dirty="0">
                <a:latin typeface="Times New Roman" panose="02020603050405020304" pitchFamily="18" charset="0"/>
                <a:cs typeface="Times New Roman" panose="02020603050405020304" pitchFamily="18" charset="0"/>
              </a:rPr>
              <a:t>or </a:t>
            </a:r>
            <a:r>
              <a:rPr lang="en-US" i="1" dirty="0">
                <a:latin typeface="Times New Roman" panose="02020603050405020304" pitchFamily="18" charset="0"/>
                <a:cs typeface="Times New Roman" panose="02020603050405020304" pitchFamily="18" charset="0"/>
              </a:rPr>
              <a:t>not near-sighted </a:t>
            </a:r>
            <a:r>
              <a:rPr lang="en-US" dirty="0">
                <a:latin typeface="Times New Roman" panose="02020603050405020304" pitchFamily="18" charset="0"/>
                <a:cs typeface="Times New Roman" panose="02020603050405020304" pitchFamily="18" charset="0"/>
              </a:rPr>
              <a:t>based on the child’s recent eye examination</a:t>
            </a:r>
          </a:p>
        </p:txBody>
      </p:sp>
    </p:spTree>
    <p:custDataLst>
      <p:tags r:id="rId1"/>
    </p:custDataLst>
    <p:extLst>
      <p:ext uri="{BB962C8B-B14F-4D97-AF65-F5344CB8AC3E}">
        <p14:creationId xmlns:p14="http://schemas.microsoft.com/office/powerpoint/2010/main" val="28655187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Night Lights and Nearsightedness </a:t>
            </a:r>
            <a:r>
              <a:rPr lang="en-US" sz="2000" b="0" dirty="0"/>
              <a:t>(2 of 5)</a:t>
            </a:r>
          </a:p>
        </p:txBody>
      </p:sp>
      <p:graphicFrame>
        <p:nvGraphicFramePr>
          <p:cNvPr id="13" name="Table Placeholder 12"/>
          <p:cNvGraphicFramePr>
            <a:graphicFrameLocks noGrp="1"/>
          </p:cNvGraphicFramePr>
          <p:nvPr>
            <p:ph sz="quarter" idx="16"/>
            <p:extLst>
              <p:ext uri="{D42A27DB-BD31-4B8C-83A1-F6EECF244321}">
                <p14:modId xmlns:p14="http://schemas.microsoft.com/office/powerpoint/2010/main" val="415355594"/>
              </p:ext>
            </p:extLst>
          </p:nvPr>
        </p:nvGraphicFramePr>
        <p:xfrm>
          <a:off x="364091" y="1683415"/>
          <a:ext cx="8533924" cy="1752600"/>
        </p:xfrm>
        <a:graphic>
          <a:graphicData uri="http://schemas.openxmlformats.org/drawingml/2006/table">
            <a:tbl>
              <a:tblPr firstRow="1" bandRow="1">
                <a:tableStyleId>{5C22544A-7EE6-4342-B048-85BDC9FD1C3A}</a:tableStyleId>
              </a:tblPr>
              <a:tblGrid>
                <a:gridCol w="2091211">
                  <a:extLst>
                    <a:ext uri="{9D8B030D-6E8A-4147-A177-3AD203B41FA5}">
                      <a16:colId xmlns:a16="http://schemas.microsoft.com/office/drawing/2014/main" val="20000"/>
                    </a:ext>
                  </a:extLst>
                </a:gridCol>
                <a:gridCol w="1494875">
                  <a:extLst>
                    <a:ext uri="{9D8B030D-6E8A-4147-A177-3AD203B41FA5}">
                      <a16:colId xmlns:a16="http://schemas.microsoft.com/office/drawing/2014/main" val="20001"/>
                    </a:ext>
                  </a:extLst>
                </a:gridCol>
                <a:gridCol w="1577923">
                  <a:extLst>
                    <a:ext uri="{9D8B030D-6E8A-4147-A177-3AD203B41FA5}">
                      <a16:colId xmlns:a16="http://schemas.microsoft.com/office/drawing/2014/main" val="20002"/>
                    </a:ext>
                  </a:extLst>
                </a:gridCol>
                <a:gridCol w="1742162">
                  <a:extLst>
                    <a:ext uri="{9D8B030D-6E8A-4147-A177-3AD203B41FA5}">
                      <a16:colId xmlns:a16="http://schemas.microsoft.com/office/drawing/2014/main" val="20003"/>
                    </a:ext>
                  </a:extLst>
                </a:gridCol>
                <a:gridCol w="1627753">
                  <a:extLst>
                    <a:ext uri="{9D8B030D-6E8A-4147-A177-3AD203B41FA5}">
                      <a16:colId xmlns:a16="http://schemas.microsoft.com/office/drawing/2014/main" val="20004"/>
                    </a:ext>
                  </a:extLst>
                </a:gridCol>
              </a:tblGrid>
              <a:tr h="438150">
                <a:tc>
                  <a:txBody>
                    <a:bodyPr/>
                    <a:lstStyle/>
                    <a:p>
                      <a:endParaRPr lang="en-US" sz="2000" dirty="0">
                        <a:latin typeface="Times New Roman" pitchFamily="18" charset="0"/>
                        <a:cs typeface="Times New Roman" pitchFamily="18" charset="0"/>
                      </a:endParaRP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Darkness</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Night Light</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latin typeface="Times New Roman" pitchFamily="18" charset="0"/>
                          <a:cs typeface="Times New Roman" pitchFamily="18" charset="0"/>
                        </a:rPr>
                        <a:t>Room Light </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dirty="0">
                          <a:latin typeface="Times New Roman" pitchFamily="18" charset="0"/>
                          <a:cs typeface="Times New Roman" pitchFamily="18" charset="0"/>
                        </a:rPr>
                        <a:t>Total</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sz="2000" dirty="0">
                          <a:latin typeface="Times New Roman" pitchFamily="18" charset="0"/>
                          <a:cs typeface="Times New Roman" pitchFamily="18" charset="0"/>
                        </a:rPr>
                        <a:t>Near-sighted</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18</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78</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41</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137</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150">
                <a:tc>
                  <a:txBody>
                    <a:bodyPr/>
                    <a:lstStyle/>
                    <a:p>
                      <a:r>
                        <a:rPr lang="en-US" sz="2000" dirty="0">
                          <a:latin typeface="Times New Roman" pitchFamily="18" charset="0"/>
                          <a:cs typeface="Times New Roman" pitchFamily="18" charset="0"/>
                        </a:rPr>
                        <a:t>Not near-sighted</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154</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154</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34</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342</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150">
                <a:tc>
                  <a:txBody>
                    <a:bodyPr/>
                    <a:lstStyle/>
                    <a:p>
                      <a:r>
                        <a:rPr lang="en-US" sz="2000" dirty="0">
                          <a:latin typeface="Times New Roman" pitchFamily="18" charset="0"/>
                          <a:cs typeface="Times New Roman" pitchFamily="18" charset="0"/>
                        </a:rPr>
                        <a:t>Total</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172</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232</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75</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2000" dirty="0">
                          <a:latin typeface="Times New Roman" pitchFamily="18" charset="0"/>
                          <a:cs typeface="Times New Roman" pitchFamily="18" charset="0"/>
                        </a:rPr>
                        <a:t>479</a:t>
                      </a:r>
                    </a:p>
                  </a:txBody>
                  <a:tcPr marL="98652" marR="9865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Content Placeholder 1"/>
          <p:cNvSpPr>
            <a:spLocks noGrp="1"/>
          </p:cNvSpPr>
          <p:nvPr>
            <p:ph sz="quarter" idx="12"/>
          </p:nvPr>
        </p:nvSpPr>
        <p:spPr>
          <a:xfrm>
            <a:off x="304800" y="3656685"/>
            <a:ext cx="8534400" cy="2201190"/>
          </a:xfrm>
        </p:spPr>
        <p:txBody>
          <a:bodyPr>
            <a:noAutofit/>
          </a:bodyPr>
          <a:lstStyle/>
          <a:p>
            <a:pPr marL="285750" indent="-285750">
              <a:buClr>
                <a:schemeClr val="accent2"/>
              </a:buClr>
            </a:pPr>
            <a:r>
              <a:rPr lang="en-US" dirty="0">
                <a:latin typeface="Times New Roman" panose="02020603050405020304" pitchFamily="18" charset="0"/>
                <a:cs typeface="Times New Roman" panose="02020603050405020304" pitchFamily="18" charset="0"/>
              </a:rPr>
              <a:t>The largest count of near-sighted children is from the group who slept in a room with a night light as infants.</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Is there a better way to look at the data?</a:t>
            </a:r>
          </a:p>
          <a:p>
            <a:pPr marL="292608" indent="-292608">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Conditional proportions</a:t>
            </a:r>
          </a:p>
          <a:p>
            <a:pPr marL="0" indent="0">
              <a:buClr>
                <a:schemeClr val="accent2"/>
              </a:buClr>
              <a:buNone/>
            </a:pPr>
            <a:r>
              <a:rPr lang="en-US" dirty="0">
                <a:latin typeface="Times New Roman" panose="02020603050405020304" pitchFamily="18" charset="0"/>
                <a:cs typeface="Times New Roman" panose="02020603050405020304" pitchFamily="18" charset="0"/>
              </a:rPr>
              <a:t>18/172 ≈ 0.105   78/232 ≈ 0.336  41/75 ≈ 0.547 </a:t>
            </a:r>
          </a:p>
          <a:p>
            <a:pPr marL="0" indent="0">
              <a:buClr>
                <a:schemeClr val="accent2"/>
              </a:buClr>
              <a:buNone/>
            </a:pPr>
            <a:r>
              <a:rPr lang="en-US" dirty="0"/>
              <a:t>(we'll talk more about conditional proportions later!)</a:t>
            </a:r>
            <a:endParaRPr lang="en-US" dirty="0">
              <a:latin typeface="Times New Roman" panose="02020603050405020304" pitchFamily="18" charset="0"/>
              <a:cs typeface="Times New Roman" panose="02020603050405020304" pitchFamily="18" charset="0"/>
            </a:endParaRPr>
          </a:p>
        </p:txBody>
      </p:sp>
    </p:spTree>
    <p:custDataLst>
      <p:tags r:id="rId1"/>
    </p:custDataLst>
    <p:extLst>
      <p:ext uri="{BB962C8B-B14F-4D97-AF65-F5344CB8AC3E}">
        <p14:creationId xmlns:p14="http://schemas.microsoft.com/office/powerpoint/2010/main" val="3771665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Night Lights and Nearsightedness </a:t>
            </a:r>
            <a:r>
              <a:rPr lang="en-US" sz="2000" b="0" dirty="0"/>
              <a:t>(3 of 5)</a:t>
            </a:r>
          </a:p>
        </p:txBody>
      </p:sp>
      <p:graphicFrame>
        <p:nvGraphicFramePr>
          <p:cNvPr id="19" name="Table Placeholder 18"/>
          <p:cNvGraphicFramePr>
            <a:graphicFrameLocks noGrp="1"/>
          </p:cNvGraphicFramePr>
          <p:nvPr>
            <p:ph type="tbl" sz="quarter" idx="14"/>
            <p:extLst>
              <p:ext uri="{D42A27DB-BD31-4B8C-83A1-F6EECF244321}">
                <p14:modId xmlns:p14="http://schemas.microsoft.com/office/powerpoint/2010/main" val="3710412075"/>
              </p:ext>
            </p:extLst>
          </p:nvPr>
        </p:nvGraphicFramePr>
        <p:xfrm>
          <a:off x="729930" y="1747908"/>
          <a:ext cx="7543800" cy="1954530"/>
        </p:xfrm>
        <a:graphic>
          <a:graphicData uri="http://schemas.openxmlformats.org/drawingml/2006/table">
            <a:tbl>
              <a:tblPr firstRow="1" bandRow="1">
                <a:tableStyleId>{5C22544A-7EE6-4342-B048-85BDC9FD1C3A}</a:tableStyleId>
              </a:tblPr>
              <a:tblGrid>
                <a:gridCol w="1770484">
                  <a:extLst>
                    <a:ext uri="{9D8B030D-6E8A-4147-A177-3AD203B41FA5}">
                      <a16:colId xmlns:a16="http://schemas.microsoft.com/office/drawing/2014/main" val="20000"/>
                    </a:ext>
                  </a:extLst>
                </a:gridCol>
                <a:gridCol w="1385596">
                  <a:extLst>
                    <a:ext uri="{9D8B030D-6E8A-4147-A177-3AD203B41FA5}">
                      <a16:colId xmlns:a16="http://schemas.microsoft.com/office/drawing/2014/main" val="20001"/>
                    </a:ext>
                  </a:extLst>
                </a:gridCol>
                <a:gridCol w="1462573">
                  <a:extLst>
                    <a:ext uri="{9D8B030D-6E8A-4147-A177-3AD203B41FA5}">
                      <a16:colId xmlns:a16="http://schemas.microsoft.com/office/drawing/2014/main" val="20002"/>
                    </a:ext>
                  </a:extLst>
                </a:gridCol>
                <a:gridCol w="1416387">
                  <a:extLst>
                    <a:ext uri="{9D8B030D-6E8A-4147-A177-3AD203B41FA5}">
                      <a16:colId xmlns:a16="http://schemas.microsoft.com/office/drawing/2014/main" val="20003"/>
                    </a:ext>
                  </a:extLst>
                </a:gridCol>
                <a:gridCol w="1508760">
                  <a:extLst>
                    <a:ext uri="{9D8B030D-6E8A-4147-A177-3AD203B41FA5}">
                      <a16:colId xmlns:a16="http://schemas.microsoft.com/office/drawing/2014/main" val="20004"/>
                    </a:ext>
                  </a:extLst>
                </a:gridCol>
              </a:tblGrid>
              <a:tr h="438150">
                <a:tc>
                  <a:txBody>
                    <a:bodyPr/>
                    <a:lstStyle/>
                    <a:p>
                      <a:endParaRPr lang="en-US" dirty="0">
                        <a:latin typeface="Times New Roman" pitchFamily="18" charset="0"/>
                        <a:cs typeface="Times New Roman"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itchFamily="18" charset="0"/>
                          <a:cs typeface="Times New Roman" pitchFamily="18" charset="0"/>
                        </a:rPr>
                        <a:t>Darkness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itchFamily="18" charset="0"/>
                          <a:cs typeface="Times New Roman" pitchFamily="18" charset="0"/>
                        </a:rPr>
                        <a:t>Night Light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Times New Roman" pitchFamily="18" charset="0"/>
                          <a:cs typeface="Times New Roman" pitchFamily="18" charset="0"/>
                        </a:rPr>
                        <a:t>Room Light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Times New Roman" pitchFamily="18" charset="0"/>
                          <a:cs typeface="Times New Roman" pitchFamily="18" charset="0"/>
                        </a:rPr>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38150">
                <a:tc>
                  <a:txBody>
                    <a:bodyPr/>
                    <a:lstStyle/>
                    <a:p>
                      <a:r>
                        <a:rPr lang="en-US" dirty="0">
                          <a:latin typeface="Times New Roman" pitchFamily="18" charset="0"/>
                          <a:cs typeface="Times New Roman" pitchFamily="18" charset="0"/>
                        </a:rPr>
                        <a:t>Near-sighted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latin typeface="Times New Roman" pitchFamily="18" charset="0"/>
                          <a:cs typeface="Times New Roman" pitchFamily="18" charset="0"/>
                        </a:rPr>
                        <a:t>10.5%</a:t>
                      </a:r>
                    </a:p>
                    <a:p>
                      <a:r>
                        <a:rPr lang="en-US" dirty="0">
                          <a:latin typeface="Times New Roman" pitchFamily="18" charset="0"/>
                          <a:cs typeface="Times New Roman" pitchFamily="18" charset="0"/>
                        </a:rPr>
                        <a:t>18/172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latin typeface="Times New Roman" pitchFamily="18" charset="0"/>
                          <a:cs typeface="Times New Roman" pitchFamily="18" charset="0"/>
                        </a:rPr>
                        <a:t>33.6%</a:t>
                      </a:r>
                    </a:p>
                    <a:p>
                      <a:r>
                        <a:rPr lang="en-US" dirty="0">
                          <a:latin typeface="Times New Roman" pitchFamily="18" charset="0"/>
                          <a:cs typeface="Times New Roman" pitchFamily="18" charset="0"/>
                        </a:rPr>
                        <a:t>78/232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b="1" dirty="0">
                          <a:latin typeface="Times New Roman" pitchFamily="18" charset="0"/>
                          <a:cs typeface="Times New Roman" pitchFamily="18" charset="0"/>
                        </a:rPr>
                        <a:t>54.7%</a:t>
                      </a:r>
                    </a:p>
                    <a:p>
                      <a:r>
                        <a:rPr lang="en-US" dirty="0">
                          <a:latin typeface="Times New Roman" pitchFamily="18" charset="0"/>
                          <a:cs typeface="Times New Roman" pitchFamily="18" charset="0"/>
                        </a:rPr>
                        <a:t>41/75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150">
                <a:tc>
                  <a:txBody>
                    <a:bodyPr/>
                    <a:lstStyle/>
                    <a:p>
                      <a:r>
                        <a:rPr lang="en-US" dirty="0">
                          <a:latin typeface="Times New Roman" pitchFamily="18" charset="0"/>
                          <a:cs typeface="Times New Roman" pitchFamily="18" charset="0"/>
                        </a:rPr>
                        <a:t>Not near-sighted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154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154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342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438150">
                <a:tc>
                  <a:txBody>
                    <a:bodyPr/>
                    <a:lstStyle/>
                    <a:p>
                      <a:r>
                        <a:rPr lang="en-US" dirty="0">
                          <a:latin typeface="Times New Roman" pitchFamily="18" charset="0"/>
                          <a:cs typeface="Times New Roman" pitchFamily="18" charset="0"/>
                        </a:rPr>
                        <a:t>Total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172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232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75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dirty="0">
                          <a:latin typeface="Times New Roman" pitchFamily="18" charset="0"/>
                          <a:cs typeface="Times New Roman" pitchFamily="18" charset="0"/>
                        </a:rPr>
                        <a:t>479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 name="Content Placeholder 1"/>
          <p:cNvSpPr>
            <a:spLocks noGrp="1"/>
          </p:cNvSpPr>
          <p:nvPr>
            <p:ph sz="quarter" idx="12"/>
          </p:nvPr>
        </p:nvSpPr>
        <p:spPr>
          <a:xfrm>
            <a:off x="304800" y="3664779"/>
            <a:ext cx="8534400" cy="2477696"/>
          </a:xfrm>
        </p:spPr>
        <p:txBody>
          <a:bodyPr>
            <a:noAutofit/>
          </a:bodyPr>
          <a:lstStyle/>
          <a:p>
            <a:pPr marL="292100" indent="-292100">
              <a:lnSpc>
                <a:spcPct val="100000"/>
              </a:lnSpc>
              <a:spcBef>
                <a:spcPts val="624"/>
              </a:spcBef>
              <a:buClr>
                <a:schemeClr val="accent2"/>
              </a:buClr>
            </a:pPr>
            <a:r>
              <a:rPr lang="en-US" sz="2400" dirty="0">
                <a:latin typeface="Times New Roman" panose="02020603050405020304" pitchFamily="18" charset="0"/>
                <a:cs typeface="Times New Roman" panose="02020603050405020304" pitchFamily="18" charset="0"/>
              </a:rPr>
              <a:t>Notice that as the light level increases, the percentage of near-sighted children also increases.</a:t>
            </a:r>
          </a:p>
          <a:p>
            <a:pPr marL="292100" indent="-292100">
              <a:lnSpc>
                <a:spcPct val="100000"/>
              </a:lnSpc>
              <a:spcBef>
                <a:spcPts val="624"/>
              </a:spcBef>
              <a:buClr>
                <a:schemeClr val="accent2"/>
              </a:buClr>
              <a:buFont typeface="Arial" pitchFamily="34" charset="0"/>
              <a:buChar char="•"/>
            </a:pPr>
            <a:r>
              <a:rPr lang="en-US" sz="2400" dirty="0">
                <a:latin typeface="Times New Roman" panose="02020603050405020304" pitchFamily="18" charset="0"/>
                <a:cs typeface="Times New Roman" panose="02020603050405020304" pitchFamily="18" charset="0"/>
              </a:rPr>
              <a:t>We say there is an </a:t>
            </a:r>
            <a:r>
              <a:rPr lang="en-US" sz="2400" b="1" dirty="0">
                <a:latin typeface="Times New Roman" panose="02020603050405020304" pitchFamily="18" charset="0"/>
                <a:cs typeface="Times New Roman" panose="02020603050405020304" pitchFamily="18" charset="0"/>
              </a:rPr>
              <a:t>association</a:t>
            </a:r>
            <a:r>
              <a:rPr lang="en-US" sz="2400" dirty="0">
                <a:latin typeface="Times New Roman" panose="02020603050405020304" pitchFamily="18" charset="0"/>
                <a:cs typeface="Times New Roman" panose="02020603050405020304" pitchFamily="18" charset="0"/>
              </a:rPr>
              <a:t> between near-sightedness and nightlights.</a:t>
            </a:r>
          </a:p>
          <a:p>
            <a:pPr marL="292100" indent="-292100">
              <a:lnSpc>
                <a:spcPct val="100000"/>
              </a:lnSpc>
              <a:spcBef>
                <a:spcPts val="624"/>
              </a:spcBef>
              <a:buClr>
                <a:schemeClr val="accent2"/>
              </a:buClr>
              <a:buFont typeface="Arial" pitchFamily="34" charset="0"/>
              <a:buChar char="•"/>
            </a:pPr>
            <a:r>
              <a:rPr lang="en-US" sz="2400" dirty="0">
                <a:latin typeface="Times New Roman" panose="02020603050405020304" pitchFamily="18" charset="0"/>
                <a:cs typeface="Times New Roman" panose="02020603050405020304" pitchFamily="18" charset="0"/>
              </a:rPr>
              <a:t>Two variables are </a:t>
            </a:r>
            <a:r>
              <a:rPr lang="en-US" sz="2400" b="1" dirty="0">
                <a:latin typeface="Times New Roman" panose="02020603050405020304" pitchFamily="18" charset="0"/>
                <a:cs typeface="Times New Roman" panose="02020603050405020304" pitchFamily="18" charset="0"/>
              </a:rPr>
              <a:t>associated</a:t>
            </a:r>
            <a:r>
              <a:rPr lang="en-US" sz="2400" dirty="0">
                <a:latin typeface="Times New Roman" panose="02020603050405020304" pitchFamily="18" charset="0"/>
                <a:cs typeface="Times New Roman" panose="02020603050405020304" pitchFamily="18" charset="0"/>
              </a:rPr>
              <a:t> if the values of one variable provide information (help you predict) the values of the other variable.</a:t>
            </a:r>
          </a:p>
        </p:txBody>
      </p:sp>
    </p:spTree>
    <p:custDataLst>
      <p:tags r:id="rId1"/>
    </p:custDataLst>
    <p:extLst>
      <p:ext uri="{BB962C8B-B14F-4D97-AF65-F5344CB8AC3E}">
        <p14:creationId xmlns:p14="http://schemas.microsoft.com/office/powerpoint/2010/main" val="160843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Night Lights and Nearsightedness </a:t>
            </a:r>
            <a:r>
              <a:rPr lang="en-US" sz="2000" b="0" dirty="0"/>
              <a:t>(4 of 5)</a:t>
            </a:r>
          </a:p>
        </p:txBody>
      </p:sp>
      <p:sp>
        <p:nvSpPr>
          <p:cNvPr id="2" name="Content Placeholder 1"/>
          <p:cNvSpPr>
            <a:spLocks noGrp="1"/>
          </p:cNvSpPr>
          <p:nvPr>
            <p:ph sz="quarter" idx="12"/>
          </p:nvPr>
        </p:nvSpPr>
        <p:spPr/>
        <p:txBody>
          <a:bodyPr>
            <a:normAutofit/>
          </a:bodyPr>
          <a:lstStyle/>
          <a:p>
            <a:pPr marL="292100" indent="-292100">
              <a:buClr>
                <a:schemeClr val="accent2"/>
              </a:buClr>
            </a:pPr>
            <a:r>
              <a:rPr lang="en-US" dirty="0">
                <a:latin typeface="Times New Roman" panose="02020603050405020304" pitchFamily="18" charset="0"/>
                <a:cs typeface="Times New Roman" panose="02020603050405020304" pitchFamily="18" charset="0"/>
              </a:rPr>
              <a:t>While there is an association between the lighting condition nearsightedness, can we claim that nightlights and room lights </a:t>
            </a:r>
            <a:r>
              <a:rPr lang="en-US" i="1" dirty="0">
                <a:latin typeface="Times New Roman" panose="02020603050405020304" pitchFamily="18" charset="0"/>
                <a:cs typeface="Times New Roman" panose="02020603050405020304" pitchFamily="18" charset="0"/>
              </a:rPr>
              <a:t>caused</a:t>
            </a:r>
            <a:r>
              <a:rPr lang="en-US" dirty="0">
                <a:latin typeface="Times New Roman" panose="02020603050405020304" pitchFamily="18" charset="0"/>
                <a:cs typeface="Times New Roman" panose="02020603050405020304" pitchFamily="18" charset="0"/>
              </a:rPr>
              <a:t> the increase in near-sightedness?</a:t>
            </a:r>
          </a:p>
          <a:p>
            <a:pPr marL="292100" indent="-292100">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Might there be other reasons for this association?</a:t>
            </a:r>
          </a:p>
        </p:txBody>
      </p:sp>
    </p:spTree>
    <p:custDataLst>
      <p:tags r:id="rId1"/>
    </p:custDataLst>
    <p:extLst>
      <p:ext uri="{BB962C8B-B14F-4D97-AF65-F5344CB8AC3E}">
        <p14:creationId xmlns:p14="http://schemas.microsoft.com/office/powerpoint/2010/main" val="1520812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Night Lights and Nearsightedness </a:t>
            </a:r>
            <a:r>
              <a:rPr lang="en-US" sz="2000" b="0" dirty="0"/>
              <a:t>(5 of 5)</a:t>
            </a:r>
          </a:p>
        </p:txBody>
      </p:sp>
      <p:sp>
        <p:nvSpPr>
          <p:cNvPr id="2" name="Content Placeholder 1"/>
          <p:cNvSpPr>
            <a:spLocks noGrp="1"/>
          </p:cNvSpPr>
          <p:nvPr>
            <p:ph sz="quarter" idx="12"/>
          </p:nvPr>
        </p:nvSpPr>
        <p:spPr/>
        <p:txBody>
          <a:bodyPr>
            <a:normAutofit/>
          </a:bodyPr>
          <a:lstStyle/>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Could parent’s eyesight be another explanation?</a:t>
            </a:r>
          </a:p>
          <a:p>
            <a:pPr marL="621792" lvl="1" indent="-320040">
              <a:buClr>
                <a:schemeClr val="accent2"/>
              </a:buClr>
              <a:buSzPct val="80000"/>
              <a:buFont typeface="Courier New" pitchFamily="49" charset="0"/>
              <a:buChar char="o"/>
            </a:pPr>
            <a:r>
              <a:rPr lang="en-US" dirty="0">
                <a:latin typeface="Times New Roman" panose="02020603050405020304" pitchFamily="18" charset="0"/>
                <a:cs typeface="Times New Roman" panose="02020603050405020304" pitchFamily="18" charset="0"/>
              </a:rPr>
              <a:t>Maybe parents with poor eyesight tend to use more light to make it easier to navigate the room at night and parents with poor eyesight also tend to have children with poor eyesight.</a:t>
            </a:r>
          </a:p>
          <a:p>
            <a:pPr marL="292608" lvl="1" indent="-292608">
              <a:spcBef>
                <a:spcPts val="1000"/>
              </a:spcBef>
              <a:buClr>
                <a:schemeClr val="accent2"/>
              </a:buClr>
              <a:buSzPct val="100000"/>
              <a:buFont typeface="Arial" pitchFamily="34" charset="0"/>
              <a:buChar char="•"/>
            </a:pPr>
            <a:r>
              <a:rPr lang="en-US" sz="2600" dirty="0">
                <a:latin typeface="Times New Roman" panose="02020603050405020304" pitchFamily="18" charset="0"/>
                <a:cs typeface="Times New Roman" panose="02020603050405020304" pitchFamily="18" charset="0"/>
              </a:rPr>
              <a:t>Now we have a third variable of </a:t>
            </a:r>
            <a:r>
              <a:rPr lang="en-US" sz="2600" i="1" dirty="0">
                <a:latin typeface="Times New Roman" panose="02020603050405020304" pitchFamily="18" charset="0"/>
                <a:cs typeface="Times New Roman" panose="02020603050405020304" pitchFamily="18" charset="0"/>
              </a:rPr>
              <a:t>parents’ eyesight</a:t>
            </a:r>
          </a:p>
          <a:p>
            <a:pPr marL="292608" lvl="1" indent="-292608">
              <a:spcBef>
                <a:spcPts val="1000"/>
              </a:spcBef>
              <a:buClr>
                <a:schemeClr val="accent2"/>
              </a:buClr>
              <a:buSzPct val="100000"/>
              <a:buFont typeface="Arial" pitchFamily="34" charset="0"/>
              <a:buChar char="•"/>
            </a:pPr>
            <a:r>
              <a:rPr lang="en-US" sz="2600" i="1" dirty="0">
                <a:latin typeface="Times New Roman" panose="02020603050405020304" pitchFamily="18" charset="0"/>
                <a:cs typeface="Times New Roman" panose="02020603050405020304" pitchFamily="18" charset="0"/>
              </a:rPr>
              <a:t>Parents’ eyesight </a:t>
            </a:r>
            <a:r>
              <a:rPr lang="en-US" sz="2600" dirty="0">
                <a:latin typeface="Times New Roman" panose="02020603050405020304" pitchFamily="18" charset="0"/>
                <a:cs typeface="Times New Roman" panose="02020603050405020304" pitchFamily="18" charset="0"/>
              </a:rPr>
              <a:t>is considered a </a:t>
            </a:r>
            <a:r>
              <a:rPr lang="en-US" sz="2600" b="1" i="1" dirty="0">
                <a:solidFill>
                  <a:schemeClr val="accent1"/>
                </a:solidFill>
                <a:latin typeface="Times New Roman" charset="0"/>
                <a:cs typeface="Times New Roman" charset="0"/>
              </a:rPr>
              <a:t>confounding variable</a:t>
            </a:r>
            <a:r>
              <a:rPr lang="en-US" sz="2600" b="1" dirty="0">
                <a:solidFill>
                  <a:schemeClr val="accent1"/>
                </a:solidFill>
                <a:latin typeface="Times New Roman" charset="0"/>
                <a:cs typeface="Times New Roman" charset="0"/>
              </a:rPr>
              <a:t>.</a:t>
            </a:r>
          </a:p>
        </p:txBody>
      </p:sp>
    </p:spTree>
    <p:custDataLst>
      <p:tags r:id="rId1"/>
    </p:custDataLst>
    <p:extLst>
      <p:ext uri="{BB962C8B-B14F-4D97-AF65-F5344CB8AC3E}">
        <p14:creationId xmlns:p14="http://schemas.microsoft.com/office/powerpoint/2010/main" val="21497494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Confounding Variables </a:t>
            </a:r>
            <a:r>
              <a:rPr lang="en-US" sz="2000" b="0" dirty="0"/>
              <a:t>(1 of 2)</a:t>
            </a:r>
          </a:p>
        </p:txBody>
      </p:sp>
      <p:sp>
        <p:nvSpPr>
          <p:cNvPr id="2" name="Content Placeholder 1"/>
          <p:cNvSpPr>
            <a:spLocks noGrp="1"/>
          </p:cNvSpPr>
          <p:nvPr>
            <p:ph sz="quarter" idx="12"/>
          </p:nvPr>
        </p:nvSpPr>
        <p:spPr/>
        <p:txBody>
          <a:bodyPr>
            <a:normAutofit/>
          </a:bodyPr>
          <a:lstStyle/>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confounding variable </a:t>
            </a:r>
            <a:r>
              <a:rPr lang="en-US" dirty="0">
                <a:latin typeface="Times New Roman" panose="02020603050405020304" pitchFamily="18" charset="0"/>
                <a:cs typeface="Times New Roman" panose="02020603050405020304" pitchFamily="18" charset="0"/>
              </a:rPr>
              <a:t>is associated with both the explanatory variable and the response variable.</a:t>
            </a:r>
          </a:p>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We say a variable is confounding because its effects on the response cannot be separated from those of the explanatory variable.</a:t>
            </a:r>
          </a:p>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Because of this, we can’t draw cause and effect conclusions when confounding variables are present.</a:t>
            </a:r>
          </a:p>
        </p:txBody>
      </p:sp>
    </p:spTree>
    <p:custDataLst>
      <p:tags r:id="rId1"/>
    </p:custDataLst>
    <p:extLst>
      <p:ext uri="{BB962C8B-B14F-4D97-AF65-F5344CB8AC3E}">
        <p14:creationId xmlns:p14="http://schemas.microsoft.com/office/powerpoint/2010/main" val="2068231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r>
              <a:rPr lang="en-US" dirty="0">
                <a:solidFill>
                  <a:srgbClr val="196E78"/>
                </a:solidFill>
              </a:rPr>
              <a:t>Example 4.1: </a:t>
            </a:r>
            <a:r>
              <a:rPr lang="en-US" dirty="0"/>
              <a:t>Confounding Variables </a:t>
            </a:r>
            <a:r>
              <a:rPr lang="en-US" sz="2000" b="0" dirty="0"/>
              <a:t>(2 of 2)</a:t>
            </a:r>
          </a:p>
        </p:txBody>
      </p:sp>
      <p:sp>
        <p:nvSpPr>
          <p:cNvPr id="2" name="Content Placeholder 1"/>
          <p:cNvSpPr>
            <a:spLocks noGrp="1"/>
          </p:cNvSpPr>
          <p:nvPr>
            <p:ph sz="quarter" idx="12"/>
          </p:nvPr>
        </p:nvSpPr>
        <p:spPr/>
        <p:txBody>
          <a:bodyPr>
            <a:normAutofit/>
          </a:bodyPr>
          <a:lstStyle/>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Since confounding variables can be present in observational studies, we can’t conclude causation from these kinds of studies.</a:t>
            </a:r>
          </a:p>
          <a:p>
            <a:pPr>
              <a:buClr>
                <a:schemeClr val="accent2"/>
              </a:buCl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doesn’t mean the explanatory variable isn’t influencing the response variable. </a:t>
            </a:r>
            <a:r>
              <a:rPr lang="en-US" b="1" dirty="0">
                <a:latin typeface="Times New Roman" panose="02020603050405020304" pitchFamily="18" charset="0"/>
                <a:cs typeface="Times New Roman" panose="02020603050405020304" pitchFamily="18" charset="0"/>
              </a:rPr>
              <a:t>Association may not imply causation, but association can be a pretty big hint.</a:t>
            </a:r>
          </a:p>
        </p:txBody>
      </p:sp>
    </p:spTree>
    <p:custDataLst>
      <p:tags r:id="rId1"/>
    </p:custDataLst>
    <p:extLst>
      <p:ext uri="{BB962C8B-B14F-4D97-AF65-F5344CB8AC3E}">
        <p14:creationId xmlns:p14="http://schemas.microsoft.com/office/powerpoint/2010/main" val="1914182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solidFill>
                  <a:srgbClr val="196E78"/>
                </a:solidFill>
              </a:rPr>
              <a:t>Example 4.1: </a:t>
            </a:r>
            <a:r>
              <a:rPr lang="en-US" dirty="0"/>
              <a:t>Diagramming this Study </a:t>
            </a:r>
            <a:r>
              <a:rPr lang="en-US" sz="2000" b="0" dirty="0"/>
              <a:t>(1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17320" cy="1821229"/>
          </a:xfrm>
        </p:spPr>
        <p:txBody>
          <a:bodyPr/>
          <a:lstStyle/>
          <a:p>
            <a:pPr>
              <a:buClr>
                <a:schemeClr val="accent2"/>
              </a:buClr>
              <a:buFont typeface="Arial" panose="020B0604020202020204" pitchFamily="34" charset="0"/>
              <a:buChar char="•"/>
            </a:pPr>
            <a:r>
              <a:rPr lang="en-US" dirty="0"/>
              <a:t>Here is the design of the study</a:t>
            </a:r>
          </a:p>
          <a:p>
            <a:pPr>
              <a:buClr>
                <a:schemeClr val="accent2"/>
              </a:buClr>
              <a:buFont typeface="Arial" panose="020B0604020202020204" pitchFamily="34" charset="0"/>
              <a:buChar char="•"/>
            </a:pPr>
            <a:r>
              <a:rPr lang="en-US" dirty="0"/>
              <a:t>The children are sorted into groups according to the explanatory variable</a:t>
            </a:r>
          </a:p>
          <a:p>
            <a:pPr>
              <a:buClr>
                <a:schemeClr val="accent2"/>
              </a:buClr>
              <a:buFont typeface="Arial" panose="020B0604020202020204" pitchFamily="34" charset="0"/>
              <a:buChar char="•"/>
            </a:pPr>
            <a:r>
              <a:rPr lang="en-US" dirty="0"/>
              <a:t>Then the response is measured</a:t>
            </a:r>
          </a:p>
        </p:txBody>
      </p:sp>
      <p:pic>
        <p:nvPicPr>
          <p:cNvPr id="6" name="Picture Placeholder 5" descr="An arrow diagram depicts the results of confounding study of light and near-sightedness on children. A panel has three columns. The first column represents subjects and has the label Kids; the second column represents explanatory variable and has the following three labels in text boxes, Room light, Night light, and Darkness, in the order from top to bottom. The third column represents response variable and has the label Eye condition. Three arrows from the label Kids in the Subject column point to the labels Room light, Night light, and Darkness in the explanatory column. These three arrows then point to the label Eye condition in the response column.">
            <a:extLst>
              <a:ext uri="{FF2B5EF4-FFF2-40B4-BE49-F238E27FC236}">
                <a16:creationId xmlns:a16="http://schemas.microsoft.com/office/drawing/2014/main" id="{9B80B90D-40DB-4ACA-BF8F-73400D053BE3}"/>
              </a:ext>
            </a:extLst>
          </p:cNvPr>
          <p:cNvPicPr>
            <a:picLocks noGrp="1" noChangeAspect="1"/>
          </p:cNvPicPr>
          <p:nvPr>
            <p:ph type="pic" sz="quarter" idx="13"/>
          </p:nvPr>
        </p:nvPicPr>
        <p:blipFill>
          <a:blip r:embed="rId2"/>
          <a:stretch>
            <a:fillRect/>
          </a:stretch>
        </p:blipFill>
        <p:spPr>
          <a:xfrm>
            <a:off x="617453" y="3808475"/>
            <a:ext cx="7720766" cy="2396100"/>
          </a:xfrm>
          <a:prstGeom prst="rect">
            <a:avLst/>
          </a:prstGeom>
          <a:noFill/>
          <a:ln>
            <a:noFill/>
          </a:ln>
        </p:spPr>
      </p:pic>
    </p:spTree>
    <p:extLst>
      <p:ext uri="{BB962C8B-B14F-4D97-AF65-F5344CB8AC3E}">
        <p14:creationId xmlns:p14="http://schemas.microsoft.com/office/powerpoint/2010/main" val="1388174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3F129C3-0B4F-466C-90CB-8EEC079CC160}"/>
              </a:ext>
            </a:extLst>
          </p:cNvPr>
          <p:cNvSpPr>
            <a:spLocks noGrp="1"/>
          </p:cNvSpPr>
          <p:nvPr>
            <p:ph type="title"/>
          </p:nvPr>
        </p:nvSpPr>
        <p:spPr>
          <a:xfrm>
            <a:off x="304799" y="620885"/>
            <a:ext cx="8745005" cy="838199"/>
          </a:xfrm>
        </p:spPr>
        <p:txBody>
          <a:bodyPr>
            <a:normAutofit fontScale="90000"/>
          </a:bodyPr>
          <a:lstStyle/>
          <a:p>
            <a:r>
              <a:rPr lang="en-US" dirty="0">
                <a:solidFill>
                  <a:srgbClr val="196E78"/>
                </a:solidFill>
              </a:rPr>
              <a:t>Example 4.1: </a:t>
            </a:r>
            <a:r>
              <a:rPr lang="en-US" dirty="0"/>
              <a:t>Diagramming this Study </a:t>
            </a:r>
            <a:r>
              <a:rPr lang="en-US" sz="2000" b="0" dirty="0"/>
              <a:t>(2 of 2)</a:t>
            </a:r>
            <a:endParaRPr lang="en-US" dirty="0"/>
          </a:p>
        </p:txBody>
      </p:sp>
      <p:sp>
        <p:nvSpPr>
          <p:cNvPr id="8" name="Content Placeholder 7">
            <a:extLst>
              <a:ext uri="{FF2B5EF4-FFF2-40B4-BE49-F238E27FC236}">
                <a16:creationId xmlns:a16="http://schemas.microsoft.com/office/drawing/2014/main" id="{C89A3A17-1EFE-4D71-B333-634D08C9C01E}"/>
              </a:ext>
            </a:extLst>
          </p:cNvPr>
          <p:cNvSpPr>
            <a:spLocks noGrp="1"/>
          </p:cNvSpPr>
          <p:nvPr>
            <p:ph sz="quarter" idx="12"/>
          </p:nvPr>
        </p:nvSpPr>
        <p:spPr>
          <a:xfrm>
            <a:off x="304800" y="1911351"/>
            <a:ext cx="8517320" cy="2200704"/>
          </a:xfrm>
        </p:spPr>
        <p:txBody>
          <a:bodyPr/>
          <a:lstStyle/>
          <a:p>
            <a:pPr>
              <a:buClr>
                <a:schemeClr val="accent2"/>
              </a:buClr>
              <a:buFont typeface="Arial" panose="020B0604020202020204" pitchFamily="34" charset="0"/>
              <a:buChar char="•"/>
            </a:pPr>
            <a:r>
              <a:rPr lang="en-US" dirty="0"/>
              <a:t>Here’s another look with potential confounding effect of the parents’ own vision</a:t>
            </a:r>
          </a:p>
          <a:p>
            <a:pPr>
              <a:buClr>
                <a:schemeClr val="accent2"/>
              </a:buClr>
              <a:buFont typeface="Arial" panose="020B0604020202020204" pitchFamily="34" charset="0"/>
              <a:buChar char="•"/>
            </a:pPr>
            <a:r>
              <a:rPr lang="en-US" dirty="0"/>
              <a:t>The three groups of children differ on the amount of room light, but they may also differ on the quality of their parents’ eyesight</a:t>
            </a:r>
          </a:p>
        </p:txBody>
      </p:sp>
      <p:pic>
        <p:nvPicPr>
          <p:cNvPr id="9" name="Picture Placeholder 8" descr="An arrow diagram depicts the confounding effect of the parents’ vision. A panel has three columns. The first column represents subjects and has the label Kids. The second column represents explanatory variable and has the following three labels in text boxes, Room light (Many nearsighted parents), Night light (Some nearsighted parents), and Darkness (Few nearsighted parents), in the order from top to bottom. The third column represents response variable and has the label Eye condition. Three arrows from the label Kids in the Subject column point to the labels Room light (Many nearsighted parents), Night light (Some nearsighted parents), and Darkness (Few nearsighted parents). These three arrows then point to the label Eye condition in the response column.">
            <a:extLst>
              <a:ext uri="{FF2B5EF4-FFF2-40B4-BE49-F238E27FC236}">
                <a16:creationId xmlns:a16="http://schemas.microsoft.com/office/drawing/2014/main" id="{9E5E532C-9258-40EB-A4EB-870F1810E7D1}"/>
              </a:ext>
            </a:extLst>
          </p:cNvPr>
          <p:cNvPicPr>
            <a:picLocks noGrp="1" noChangeAspect="1"/>
          </p:cNvPicPr>
          <p:nvPr>
            <p:ph type="pic" sz="quarter" idx="13"/>
          </p:nvPr>
        </p:nvPicPr>
        <p:blipFill>
          <a:blip r:embed="rId2"/>
          <a:stretch>
            <a:fillRect/>
          </a:stretch>
        </p:blipFill>
        <p:spPr>
          <a:xfrm>
            <a:off x="2143360" y="3808475"/>
            <a:ext cx="5467350" cy="2419350"/>
          </a:xfrm>
          <a:prstGeom prst="rect">
            <a:avLst/>
          </a:prstGeom>
          <a:noFill/>
          <a:ln>
            <a:noFill/>
          </a:ln>
        </p:spPr>
      </p:pic>
    </p:spTree>
    <p:extLst>
      <p:ext uri="{BB962C8B-B14F-4D97-AF65-F5344CB8AC3E}">
        <p14:creationId xmlns:p14="http://schemas.microsoft.com/office/powerpoint/2010/main" val="729578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ACED1-2C29-AE58-321F-4F9C1F883D8D}"/>
              </a:ext>
            </a:extLst>
          </p:cNvPr>
          <p:cNvSpPr>
            <a:spLocks noGrp="1"/>
          </p:cNvSpPr>
          <p:nvPr>
            <p:ph type="title"/>
          </p:nvPr>
        </p:nvSpPr>
        <p:spPr>
          <a:xfrm>
            <a:off x="304800" y="3429000"/>
            <a:ext cx="8534400" cy="838199"/>
          </a:xfrm>
        </p:spPr>
        <p:txBody>
          <a:bodyPr>
            <a:noAutofit/>
          </a:bodyPr>
          <a:lstStyle/>
          <a:p>
            <a:r>
              <a:rPr lang="en-US" sz="4800" dirty="0"/>
              <a:t>4.2: Observational Studies vs. Experiments</a:t>
            </a:r>
          </a:p>
        </p:txBody>
      </p:sp>
      <p:sp>
        <p:nvSpPr>
          <p:cNvPr id="4" name="Slide Number Placeholder 3">
            <a:extLst>
              <a:ext uri="{FF2B5EF4-FFF2-40B4-BE49-F238E27FC236}">
                <a16:creationId xmlns:a16="http://schemas.microsoft.com/office/drawing/2014/main" id="{153935E0-CE76-CAB2-48AA-FF3F5098AD4F}"/>
              </a:ext>
            </a:extLst>
          </p:cNvPr>
          <p:cNvSpPr>
            <a:spLocks noGrp="1"/>
          </p:cNvSpPr>
          <p:nvPr>
            <p:ph type="sldNum" sz="quarter" idx="12"/>
          </p:nvPr>
        </p:nvSpPr>
        <p:spPr/>
        <p:txBody>
          <a:bodyPr/>
          <a:lstStyle/>
          <a:p>
            <a:fld id="{67B19427-F580-D146-B60E-4CADEE75497F}" type="slidenum">
              <a:rPr lang="en-US" smtClean="0"/>
              <a:pPr/>
              <a:t>21</a:t>
            </a:fld>
            <a:endParaRPr lang="en-US" dirty="0"/>
          </a:p>
        </p:txBody>
      </p:sp>
      <p:sp>
        <p:nvSpPr>
          <p:cNvPr id="5" name="Footer Placeholder 4">
            <a:extLst>
              <a:ext uri="{FF2B5EF4-FFF2-40B4-BE49-F238E27FC236}">
                <a16:creationId xmlns:a16="http://schemas.microsoft.com/office/drawing/2014/main" id="{326EC045-CFEB-7EE6-5648-50503FE6E1EA}"/>
              </a:ext>
            </a:extLst>
          </p:cNvPr>
          <p:cNvSpPr>
            <a:spLocks noGrp="1"/>
          </p:cNvSpPr>
          <p:nvPr>
            <p:ph type="ftr" sz="quarter" idx="11"/>
          </p:nvPr>
        </p:nvSpPr>
        <p:spPr/>
        <p:txBody>
          <a:bodyPr/>
          <a:lstStyle/>
          <a:p>
            <a:r>
              <a:rPr lang="en-IN"/>
              <a:t>Copyright ©2020 John Wiley &amp; Sons, Inc. </a:t>
            </a:r>
            <a:endParaRPr lang="en-US" dirty="0"/>
          </a:p>
        </p:txBody>
      </p:sp>
    </p:spTree>
    <p:extLst>
      <p:ext uri="{BB962C8B-B14F-4D97-AF65-F5344CB8AC3E}">
        <p14:creationId xmlns:p14="http://schemas.microsoft.com/office/powerpoint/2010/main" val="5333723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617531"/>
            <a:ext cx="8534400" cy="838199"/>
          </a:xfrm>
        </p:spPr>
        <p:txBody>
          <a:bodyPr>
            <a:normAutofit fontScale="90000"/>
          </a:bodyPr>
          <a:lstStyle/>
          <a:p>
            <a:r>
              <a:rPr lang="en-US" dirty="0"/>
              <a:t>4.2: Observational Studies vs Experiments </a:t>
            </a:r>
            <a:r>
              <a:rPr lang="en-US" sz="2000" b="0" dirty="0"/>
              <a:t>(1 of 2)</a:t>
            </a:r>
            <a:endParaRPr lang="en-US" dirty="0"/>
          </a:p>
        </p:txBody>
      </p:sp>
      <p:sp>
        <p:nvSpPr>
          <p:cNvPr id="7" name="Content Placeholder 6"/>
          <p:cNvSpPr>
            <a:spLocks noGrp="1"/>
          </p:cNvSpPr>
          <p:nvPr>
            <p:ph sz="quarter" idx="16"/>
          </p:nvPr>
        </p:nvSpPr>
        <p:spPr>
          <a:xfrm>
            <a:off x="304800" y="1752600"/>
            <a:ext cx="8517320" cy="4408620"/>
          </a:xfrm>
        </p:spPr>
        <p:txBody>
          <a:bodyPr/>
          <a:lstStyle/>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In an </a:t>
            </a:r>
            <a:r>
              <a:rPr lang="en-US" b="1" dirty="0">
                <a:latin typeface="Times New Roman" panose="02020603050405020304" pitchFamily="18" charset="0"/>
                <a:cs typeface="Times New Roman" panose="02020603050405020304" pitchFamily="18" charset="0"/>
              </a:rPr>
              <a:t>observational study</a:t>
            </a:r>
            <a:r>
              <a:rPr lang="en-US" dirty="0">
                <a:latin typeface="Times New Roman" panose="02020603050405020304" pitchFamily="18" charset="0"/>
                <a:cs typeface="Times New Roman" panose="02020603050405020304" pitchFamily="18" charset="0"/>
              </a:rPr>
              <a:t>, the groups you compare are “just there.” They are defined by what you see rather than by what you do.</a:t>
            </a:r>
          </a:p>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For example, the researchers didn’t control which children slept with a nightlight on, or a room light on, or with no light on.</a:t>
            </a:r>
          </a:p>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Observational studies may have confounding variables present that prevent us from determining a cause and effect.</a:t>
            </a:r>
          </a:p>
        </p:txBody>
      </p:sp>
    </p:spTree>
    <p:extLst>
      <p:ext uri="{BB962C8B-B14F-4D97-AF65-F5344CB8AC3E}">
        <p14:creationId xmlns:p14="http://schemas.microsoft.com/office/powerpoint/2010/main" val="1860904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304800" y="617531"/>
            <a:ext cx="8534400" cy="838199"/>
          </a:xfrm>
        </p:spPr>
        <p:txBody>
          <a:bodyPr>
            <a:normAutofit fontScale="90000"/>
          </a:bodyPr>
          <a:lstStyle/>
          <a:p>
            <a:r>
              <a:rPr lang="en-US" dirty="0"/>
              <a:t>Observational Studies vs Experiments </a:t>
            </a:r>
            <a:r>
              <a:rPr lang="en-US" sz="2000" b="0" dirty="0"/>
              <a:t>(2 of 2)</a:t>
            </a:r>
            <a:endParaRPr lang="en-US" dirty="0"/>
          </a:p>
        </p:txBody>
      </p:sp>
      <p:sp>
        <p:nvSpPr>
          <p:cNvPr id="7" name="Content Placeholder 6"/>
          <p:cNvSpPr>
            <a:spLocks noGrp="1"/>
          </p:cNvSpPr>
          <p:nvPr>
            <p:ph sz="quarter" idx="16"/>
          </p:nvPr>
        </p:nvSpPr>
        <p:spPr>
          <a:xfrm>
            <a:off x="304800" y="1752600"/>
            <a:ext cx="8517320" cy="4408620"/>
          </a:xfrm>
        </p:spPr>
        <p:txBody>
          <a:bodyPr/>
          <a:lstStyle/>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In an </a:t>
            </a:r>
            <a:r>
              <a:rPr lang="en-US" b="1" dirty="0">
                <a:latin typeface="Times New Roman" panose="02020603050405020304" pitchFamily="18" charset="0"/>
                <a:cs typeface="Times New Roman" panose="02020603050405020304" pitchFamily="18" charset="0"/>
              </a:rPr>
              <a:t>experiment</a:t>
            </a:r>
            <a:r>
              <a:rPr lang="en-US" dirty="0">
                <a:latin typeface="Times New Roman" panose="02020603050405020304" pitchFamily="18" charset="0"/>
                <a:cs typeface="Times New Roman" panose="02020603050405020304" pitchFamily="18" charset="0"/>
              </a:rPr>
              <a:t>, you actively create the groups and then assign the conditions to be compared.</a:t>
            </a:r>
          </a:p>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These conditions may be one or more </a:t>
            </a:r>
            <a:r>
              <a:rPr lang="en-US" b="1" dirty="0">
                <a:latin typeface="Times New Roman" panose="02020603050405020304" pitchFamily="18" charset="0"/>
                <a:cs typeface="Times New Roman" panose="02020603050405020304" pitchFamily="18" charset="0"/>
              </a:rPr>
              <a:t>treatment</a:t>
            </a:r>
            <a:r>
              <a:rPr lang="en-US" dirty="0">
                <a:latin typeface="Times New Roman" panose="02020603050405020304" pitchFamily="18" charset="0"/>
                <a:cs typeface="Times New Roman" panose="02020603050405020304" pitchFamily="18" charset="0"/>
              </a:rPr>
              <a:t> or a </a:t>
            </a:r>
            <a:r>
              <a:rPr lang="en-US" b="1" dirty="0">
                <a:latin typeface="Times New Roman" panose="02020603050405020304" pitchFamily="18" charset="0"/>
                <a:cs typeface="Times New Roman" panose="02020603050405020304" pitchFamily="18" charset="0"/>
              </a:rPr>
              <a:t>control</a:t>
            </a:r>
            <a:r>
              <a:rPr lang="en-US" dirty="0">
                <a:latin typeface="Times New Roman" panose="02020603050405020304" pitchFamily="18" charset="0"/>
                <a:cs typeface="Times New Roman" panose="02020603050405020304" pitchFamily="18" charset="0"/>
              </a:rPr>
              <a:t>.</a:t>
            </a:r>
          </a:p>
          <a:p>
            <a:pPr marL="292608" indent="-292608">
              <a:lnSpc>
                <a:spcPct val="100000"/>
              </a:lnSpc>
              <a:buClr>
                <a:schemeClr val="accent2"/>
              </a:buClr>
              <a:buFont typeface="Arial" pitchFamily="34" charset="0"/>
              <a:buChar char="•"/>
            </a:pPr>
            <a:r>
              <a:rPr lang="en-US" dirty="0">
                <a:latin typeface="Times New Roman" panose="02020603050405020304" pitchFamily="18" charset="0"/>
                <a:cs typeface="Times New Roman" panose="02020603050405020304" pitchFamily="18" charset="0"/>
              </a:rPr>
              <a:t>Well-designed experiments can control for confounding variables by making the treatment groups very similar except for what the experimenter manipulates.</a:t>
            </a:r>
          </a:p>
          <a:p>
            <a:pPr marL="292608" indent="-292608">
              <a:lnSpc>
                <a:spcPct val="100000"/>
              </a:lnSpc>
              <a:buClr>
                <a:schemeClr val="accent2"/>
              </a:buClr>
              <a:buFont typeface="Arial" pitchFamily="34" charset="0"/>
              <a:buChar char="•"/>
            </a:pPr>
            <a:endParaRPr lang="en-US" dirty="0">
              <a:latin typeface="Times New Roman" panose="02020603050405020304" pitchFamily="18" charset="0"/>
              <a:cs typeface="Times New Roman" panose="02020603050405020304" pitchFamily="18" charset="0"/>
            </a:endParaRPr>
          </a:p>
          <a:p>
            <a:pPr marL="292608" indent="-292608">
              <a:lnSpc>
                <a:spcPct val="100000"/>
              </a:lnSpc>
              <a:buClr>
                <a:schemeClr val="accent2"/>
              </a:buClr>
              <a:buFont typeface="Arial" pitchFamily="34" charset="0"/>
              <a:buChar char="•"/>
            </a:pPr>
            <a:r>
              <a:rPr lang="en-US" strike="sngStrike" dirty="0">
                <a:latin typeface="Times New Roman" panose="02020603050405020304" pitchFamily="18" charset="0"/>
                <a:cs typeface="Times New Roman" panose="02020603050405020304" pitchFamily="18" charset="0"/>
              </a:rPr>
              <a:t>Observational units </a:t>
            </a:r>
            <a:r>
              <a:rPr lang="en-US" dirty="0">
                <a:latin typeface="Times New Roman" panose="02020603050405020304" pitchFamily="18" charset="0"/>
                <a:cs typeface="Times New Roman" panose="02020603050405020304" pitchFamily="18" charset="0"/>
                <a:sym typeface="Wingdings" pitchFamily="2" charset="2"/>
              </a:rPr>
              <a:t> "experimental" units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0170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(1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531625"/>
            <a:ext cx="8534400" cy="4249870"/>
          </a:xfrm>
          <a:prstGeom prst="rect">
            <a:avLst/>
          </a:prstGeom>
        </p:spPr>
        <p:txBody>
          <a:bodyPr/>
          <a:lstStyle/>
          <a:p>
            <a:pPr marL="0" indent="0">
              <a:buClr>
                <a:schemeClr val="accent2"/>
              </a:buClr>
              <a:buNone/>
            </a:pPr>
            <a:r>
              <a:rPr lang="en-US" sz="2400" b="1" dirty="0"/>
              <a:t>Step 1. Ask a research question.</a:t>
            </a:r>
          </a:p>
          <a:p>
            <a:pPr marL="292608" indent="-292608">
              <a:buClr>
                <a:schemeClr val="accent2"/>
              </a:buClr>
              <a:buFont typeface="Arial" pitchFamily="34" charset="0"/>
              <a:buChar char="•"/>
            </a:pPr>
            <a:r>
              <a:rPr lang="en-US" sz="2400" dirty="0"/>
              <a:t>Does the Internet encourage lying?</a:t>
            </a:r>
          </a:p>
          <a:p>
            <a:pPr marL="292608" indent="-292608">
              <a:buClr>
                <a:schemeClr val="accent2"/>
              </a:buClr>
              <a:buFont typeface="Arial" pitchFamily="34" charset="0"/>
              <a:buChar char="•"/>
            </a:pPr>
            <a:r>
              <a:rPr lang="en-US" sz="2400" dirty="0"/>
              <a:t>More specifically, the researchers compared two groups of students playing in a competitive game.</a:t>
            </a:r>
          </a:p>
          <a:p>
            <a:pPr marL="749808" lvl="1" indent="-292608">
              <a:buClr>
                <a:schemeClr val="accent2"/>
              </a:buClr>
              <a:buFont typeface="Arial" pitchFamily="34" charset="0"/>
              <a:buChar char="•"/>
            </a:pPr>
            <a:r>
              <a:rPr lang="en-US" sz="2200" dirty="0"/>
              <a:t>Business grad students</a:t>
            </a:r>
          </a:p>
          <a:p>
            <a:pPr marL="749808" lvl="1" indent="-292608">
              <a:buClr>
                <a:schemeClr val="accent2"/>
              </a:buClr>
              <a:buFont typeface="Arial" pitchFamily="34" charset="0"/>
              <a:buChar char="•"/>
            </a:pPr>
            <a:r>
              <a:rPr lang="en-US" sz="2200" dirty="0"/>
              <a:t>Playing a bargaining game</a:t>
            </a:r>
          </a:p>
        </p:txBody>
      </p:sp>
    </p:spTree>
    <p:extLst>
      <p:ext uri="{BB962C8B-B14F-4D97-AF65-F5344CB8AC3E}">
        <p14:creationId xmlns:p14="http://schemas.microsoft.com/office/powerpoint/2010/main" val="17636728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7AF35-80BF-71CE-E9B5-C9CBB8A204A4}"/>
              </a:ext>
            </a:extLst>
          </p:cNvPr>
          <p:cNvSpPr>
            <a:spLocks noGrp="1"/>
          </p:cNvSpPr>
          <p:nvPr>
            <p:ph type="title"/>
          </p:nvPr>
        </p:nvSpPr>
        <p:spPr/>
        <p:txBody>
          <a:bodyPr>
            <a:normAutofit/>
          </a:bodyPr>
          <a:lstStyle/>
          <a:p>
            <a:r>
              <a:rPr lang="en-US" dirty="0">
                <a:solidFill>
                  <a:srgbClr val="196E78"/>
                </a:solidFill>
              </a:rPr>
              <a:t>Example 4.2: </a:t>
            </a:r>
            <a:r>
              <a:rPr lang="en-US" dirty="0"/>
              <a:t>Lying on the Internet</a:t>
            </a:r>
          </a:p>
        </p:txBody>
      </p:sp>
      <p:sp>
        <p:nvSpPr>
          <p:cNvPr id="3" name="Slide Number Placeholder 2">
            <a:extLst>
              <a:ext uri="{FF2B5EF4-FFF2-40B4-BE49-F238E27FC236}">
                <a16:creationId xmlns:a16="http://schemas.microsoft.com/office/drawing/2014/main" id="{8A1CD626-38FB-2CD1-7335-9232833C5DBC}"/>
              </a:ext>
            </a:extLst>
          </p:cNvPr>
          <p:cNvSpPr>
            <a:spLocks noGrp="1"/>
          </p:cNvSpPr>
          <p:nvPr>
            <p:ph type="sldNum" sz="quarter" idx="10"/>
          </p:nvPr>
        </p:nvSpPr>
        <p:spPr/>
        <p:txBody>
          <a:bodyPr/>
          <a:lstStyle/>
          <a:p>
            <a:fld id="{67B19427-F580-D146-B60E-4CADEE75497F}" type="slidenum">
              <a:rPr lang="en-US" smtClean="0"/>
              <a:pPr/>
              <a:t>25</a:t>
            </a:fld>
            <a:endParaRPr lang="en-US" dirty="0"/>
          </a:p>
        </p:txBody>
      </p:sp>
      <p:sp>
        <p:nvSpPr>
          <p:cNvPr id="4" name="Footer Placeholder 3">
            <a:extLst>
              <a:ext uri="{FF2B5EF4-FFF2-40B4-BE49-F238E27FC236}">
                <a16:creationId xmlns:a16="http://schemas.microsoft.com/office/drawing/2014/main" id="{D433811B-C0E9-48E0-5677-B32E6D2BA7FC}"/>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D6ABABE4-25D1-FED0-8C2F-A99265C85EF4}"/>
              </a:ext>
            </a:extLst>
          </p:cNvPr>
          <p:cNvSpPr>
            <a:spLocks noGrp="1"/>
          </p:cNvSpPr>
          <p:nvPr>
            <p:ph sz="quarter" idx="12"/>
          </p:nvPr>
        </p:nvSpPr>
        <p:spPr/>
        <p:txBody>
          <a:bodyPr/>
          <a:lstStyle/>
          <a:p>
            <a:pPr marL="292608" indent="-292608">
              <a:buClr>
                <a:schemeClr val="accent2"/>
              </a:buClr>
              <a:buFont typeface="Arial" pitchFamily="34" charset="0"/>
              <a:buChar char="•"/>
            </a:pPr>
            <a:r>
              <a:rPr lang="en-US" sz="2800" dirty="0"/>
              <a:t>Each student was randomly assigned to one of two groups.</a:t>
            </a:r>
          </a:p>
          <a:p>
            <a:pPr marL="292608" indent="-292608">
              <a:buClr>
                <a:schemeClr val="accent2"/>
              </a:buClr>
              <a:buFont typeface="Arial" pitchFamily="34" charset="0"/>
              <a:buChar char="•"/>
            </a:pPr>
            <a:r>
              <a:rPr lang="en-US" sz="2800" dirty="0"/>
              <a:t>One group used email as their method of communication. The other used pencil and paper.</a:t>
            </a:r>
          </a:p>
          <a:p>
            <a:pPr marL="292608" indent="-292608">
              <a:buClr>
                <a:schemeClr val="accent2"/>
              </a:buClr>
              <a:buFont typeface="Arial" pitchFamily="34" charset="0"/>
              <a:buChar char="•"/>
            </a:pPr>
            <a:r>
              <a:rPr lang="en-US" sz="2800" dirty="0"/>
              <a:t>Researchers thought that those using email would lie more often about the size of the pot in the game they were playing compared to those using paper and pencil.</a:t>
            </a:r>
          </a:p>
          <a:p>
            <a:endParaRPr lang="en-US" dirty="0"/>
          </a:p>
        </p:txBody>
      </p:sp>
    </p:spTree>
    <p:extLst>
      <p:ext uri="{BB962C8B-B14F-4D97-AF65-F5344CB8AC3E}">
        <p14:creationId xmlns:p14="http://schemas.microsoft.com/office/powerpoint/2010/main" val="23877847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A9CD2-CFE3-BD53-ACC2-748A4E13AC0A}"/>
              </a:ext>
            </a:extLst>
          </p:cNvPr>
          <p:cNvSpPr>
            <a:spLocks noGrp="1"/>
          </p:cNvSpPr>
          <p:nvPr>
            <p:ph type="title"/>
          </p:nvPr>
        </p:nvSpPr>
        <p:spPr/>
        <p:txBody>
          <a:bodyPr>
            <a:normAutofit/>
          </a:bodyPr>
          <a:lstStyle/>
          <a:p>
            <a:r>
              <a:rPr lang="en-US" dirty="0">
                <a:solidFill>
                  <a:srgbClr val="196E78"/>
                </a:solidFill>
              </a:rPr>
              <a:t>Example 4.2: </a:t>
            </a:r>
            <a:r>
              <a:rPr lang="en-US" dirty="0"/>
              <a:t>Lying on the Internet </a:t>
            </a:r>
          </a:p>
        </p:txBody>
      </p:sp>
      <p:sp>
        <p:nvSpPr>
          <p:cNvPr id="3" name="Slide Number Placeholder 2">
            <a:extLst>
              <a:ext uri="{FF2B5EF4-FFF2-40B4-BE49-F238E27FC236}">
                <a16:creationId xmlns:a16="http://schemas.microsoft.com/office/drawing/2014/main" id="{590AB857-91C4-055D-C168-FA6C76F77CEF}"/>
              </a:ext>
            </a:extLst>
          </p:cNvPr>
          <p:cNvSpPr>
            <a:spLocks noGrp="1"/>
          </p:cNvSpPr>
          <p:nvPr>
            <p:ph type="sldNum" sz="quarter" idx="10"/>
          </p:nvPr>
        </p:nvSpPr>
        <p:spPr/>
        <p:txBody>
          <a:bodyPr/>
          <a:lstStyle/>
          <a:p>
            <a:fld id="{67B19427-F580-D146-B60E-4CADEE75497F}" type="slidenum">
              <a:rPr lang="en-US" smtClean="0"/>
              <a:pPr/>
              <a:t>26</a:t>
            </a:fld>
            <a:endParaRPr lang="en-US" dirty="0"/>
          </a:p>
        </p:txBody>
      </p:sp>
      <p:sp>
        <p:nvSpPr>
          <p:cNvPr id="4" name="Footer Placeholder 3">
            <a:extLst>
              <a:ext uri="{FF2B5EF4-FFF2-40B4-BE49-F238E27FC236}">
                <a16:creationId xmlns:a16="http://schemas.microsoft.com/office/drawing/2014/main" id="{CE9103BB-EA46-AFDA-9D2B-E892F138F851}"/>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829501D8-92E8-0D61-FC6F-116005363079}"/>
              </a:ext>
            </a:extLst>
          </p:cNvPr>
          <p:cNvSpPr>
            <a:spLocks noGrp="1"/>
          </p:cNvSpPr>
          <p:nvPr>
            <p:ph sz="quarter" idx="12"/>
          </p:nvPr>
        </p:nvSpPr>
        <p:spPr/>
        <p:txBody>
          <a:bodyPr/>
          <a:lstStyle/>
          <a:p>
            <a:r>
              <a:rPr lang="en-US" dirty="0"/>
              <a:t>What is the experimental unit?</a:t>
            </a:r>
          </a:p>
          <a:p>
            <a:r>
              <a:rPr lang="en-US" dirty="0"/>
              <a:t>What is the explanatory variable? Is it categorical or quant.?</a:t>
            </a:r>
          </a:p>
          <a:p>
            <a:r>
              <a:rPr lang="en-US" dirty="0"/>
              <a:t>What is the response variable? Is it categorical or quant.?</a:t>
            </a:r>
          </a:p>
        </p:txBody>
      </p:sp>
    </p:spTree>
    <p:extLst>
      <p:ext uri="{BB962C8B-B14F-4D97-AF65-F5344CB8AC3E}">
        <p14:creationId xmlns:p14="http://schemas.microsoft.com/office/powerpoint/2010/main" val="32186832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(2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459084"/>
            <a:ext cx="8745005" cy="4401660"/>
          </a:xfrm>
          <a:prstGeom prst="rect">
            <a:avLst/>
          </a:prstGeom>
        </p:spPr>
        <p:txBody>
          <a:bodyPr/>
          <a:lstStyle/>
          <a:p>
            <a:pPr marL="0" indent="0">
              <a:buNone/>
            </a:pPr>
            <a:r>
              <a:rPr lang="en-US" sz="2400" b="1" dirty="0"/>
              <a:t>Step 2. Design a study and collect data. </a:t>
            </a:r>
          </a:p>
          <a:p>
            <a:pPr marL="292608" indent="-292608">
              <a:buClr>
                <a:schemeClr val="accent2"/>
              </a:buClr>
              <a:buFont typeface="Arial" pitchFamily="34" charset="0"/>
              <a:buChar char="•"/>
            </a:pPr>
            <a:r>
              <a:rPr lang="en-US" sz="2400" dirty="0"/>
              <a:t>The explanatory variable is the communication method (email or paper and pencil) and the response is whether or not the subject lies.</a:t>
            </a:r>
          </a:p>
          <a:p>
            <a:pPr marL="292608" indent="-292608">
              <a:buClr>
                <a:schemeClr val="accent2"/>
              </a:buClr>
              <a:buFont typeface="Arial" pitchFamily="34" charset="0"/>
              <a:buChar char="•"/>
            </a:pPr>
            <a:r>
              <a:rPr lang="en-US" sz="2400" dirty="0"/>
              <a:t>How should the subjects be assigned to the two communication treatments?</a:t>
            </a:r>
          </a:p>
          <a:p>
            <a:pPr marL="292608" indent="-292608">
              <a:buClr>
                <a:schemeClr val="accent2"/>
              </a:buClr>
              <a:buFont typeface="Arial" pitchFamily="34" charset="0"/>
              <a:buChar char="•"/>
            </a:pPr>
            <a:r>
              <a:rPr lang="en-US" sz="2400" dirty="0"/>
              <a:t>What if you had all the males use email and all the females use paper and pencil?</a:t>
            </a:r>
          </a:p>
          <a:p>
            <a:pPr marL="292608" indent="-292608">
              <a:buClr>
                <a:schemeClr val="accent2"/>
              </a:buClr>
              <a:buFont typeface="Arial" pitchFamily="34" charset="0"/>
              <a:buChar char="•"/>
            </a:pPr>
            <a:r>
              <a:rPr lang="en-US" sz="2400" dirty="0"/>
              <a:t>Suppose a larger proportion of those using email lied. If you made the assignment to the groups this way, you wouldn’t know if more lying occurred because of using email or because they are male.</a:t>
            </a:r>
          </a:p>
        </p:txBody>
      </p:sp>
    </p:spTree>
    <p:extLst>
      <p:ext uri="{BB962C8B-B14F-4D97-AF65-F5344CB8AC3E}">
        <p14:creationId xmlns:p14="http://schemas.microsoft.com/office/powerpoint/2010/main" val="3358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(3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249870"/>
          </a:xfrm>
          <a:prstGeom prst="rect">
            <a:avLst/>
          </a:prstGeom>
        </p:spPr>
        <p:txBody>
          <a:bodyPr/>
          <a:lstStyle/>
          <a:p>
            <a:pPr marL="6350" indent="0">
              <a:buNone/>
            </a:pPr>
            <a:r>
              <a:rPr lang="en-US" b="1" dirty="0"/>
              <a:t>Step 2. Design a study and collect data.</a:t>
            </a:r>
          </a:p>
          <a:p>
            <a:pPr marL="292608" indent="-292608">
              <a:buClr>
                <a:schemeClr val="accent2"/>
              </a:buClr>
              <a:buFont typeface="Arial" pitchFamily="34" charset="0"/>
              <a:buChar char="•"/>
            </a:pPr>
            <a:r>
              <a:rPr lang="en-US" dirty="0"/>
              <a:t>When you don’t have a balance of males and a balance of females in each group, a person’s sex could be a confounding variable.</a:t>
            </a:r>
          </a:p>
          <a:p>
            <a:pPr marL="292608" indent="-292608">
              <a:buClr>
                <a:schemeClr val="accent2"/>
              </a:buClr>
              <a:buFont typeface="Arial" pitchFamily="34" charset="0"/>
              <a:buChar char="•"/>
            </a:pPr>
            <a:r>
              <a:rPr lang="en-US" dirty="0"/>
              <a:t>To overcome this, you could assign half the females and half the males to each group.</a:t>
            </a:r>
          </a:p>
          <a:p>
            <a:pPr marL="292608" indent="-292608">
              <a:buClr>
                <a:schemeClr val="accent2"/>
              </a:buClr>
              <a:buFont typeface="Arial" pitchFamily="34" charset="0"/>
              <a:buChar char="•"/>
            </a:pPr>
            <a:r>
              <a:rPr lang="en-US" dirty="0"/>
              <a:t>This study would then be </a:t>
            </a:r>
            <a:r>
              <a:rPr lang="en-US" i="1" dirty="0"/>
              <a:t>balanced</a:t>
            </a:r>
            <a:r>
              <a:rPr lang="en-US" dirty="0"/>
              <a:t> with respect to the possible confounding variable of a person’s sex.</a:t>
            </a:r>
          </a:p>
        </p:txBody>
      </p:sp>
    </p:spTree>
    <p:extLst>
      <p:ext uri="{BB962C8B-B14F-4D97-AF65-F5344CB8AC3E}">
        <p14:creationId xmlns:p14="http://schemas.microsoft.com/office/powerpoint/2010/main" val="507281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(4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249870"/>
          </a:xfrm>
          <a:prstGeom prst="rect">
            <a:avLst/>
          </a:prstGeom>
        </p:spPr>
        <p:txBody>
          <a:bodyPr/>
          <a:lstStyle/>
          <a:p>
            <a:pPr marL="0" indent="0">
              <a:buNone/>
            </a:pPr>
            <a:r>
              <a:rPr lang="en-US" b="1" dirty="0"/>
              <a:t>Step 2. Design a study and collect data.</a:t>
            </a:r>
          </a:p>
          <a:p>
            <a:pPr marL="292608" indent="-292608">
              <a:buClr>
                <a:schemeClr val="accent2"/>
              </a:buClr>
              <a:buFont typeface="Arial" pitchFamily="34" charset="0"/>
              <a:buChar char="•"/>
            </a:pPr>
            <a:r>
              <a:rPr lang="en-US" b="1" dirty="0"/>
              <a:t>Randomly assigning </a:t>
            </a:r>
            <a:r>
              <a:rPr lang="en-US" dirty="0"/>
              <a:t>experimental units to groups tends to balance out all the other variables.</a:t>
            </a:r>
          </a:p>
          <a:p>
            <a:pPr marL="292608" indent="-292608">
              <a:buClr>
                <a:schemeClr val="accent2"/>
              </a:buClr>
              <a:buFont typeface="Arial" pitchFamily="34" charset="0"/>
              <a:buChar char="•"/>
            </a:pPr>
            <a:r>
              <a:rPr lang="en-US" dirty="0"/>
              <a:t>Any variable that could have an effect on the response should be equalized between the two groups and therefore should not be confounding.</a:t>
            </a:r>
          </a:p>
        </p:txBody>
      </p:sp>
    </p:spTree>
    <p:extLst>
      <p:ext uri="{BB962C8B-B14F-4D97-AF65-F5344CB8AC3E}">
        <p14:creationId xmlns:p14="http://schemas.microsoft.com/office/powerpoint/2010/main" val="18777892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(5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1"/>
            <a:ext cx="8534400" cy="910489"/>
          </a:xfrm>
          <a:prstGeom prst="rect">
            <a:avLst/>
          </a:prstGeom>
        </p:spPr>
        <p:txBody>
          <a:bodyPr/>
          <a:lstStyle/>
          <a:p>
            <a:pPr marL="292608" indent="-292608">
              <a:buClr>
                <a:schemeClr val="accent2"/>
              </a:buClr>
              <a:buFont typeface="Arial" pitchFamily="34" charset="0"/>
              <a:buChar char="•"/>
            </a:pPr>
            <a:r>
              <a:rPr lang="en-US" dirty="0"/>
              <a:t>Randomization creates approximate balance and tends to eliminate confounding effects.</a:t>
            </a:r>
          </a:p>
        </p:txBody>
      </p:sp>
      <p:pic>
        <p:nvPicPr>
          <p:cNvPr id="6" name="Picture 2" descr="An arrow diagram depicts the results of confounding and randomization effects. There are two panels; the top panel describes the confounding effects, and the bottom panel describes the randomization to eliminate the confounding effects. &#10;The top panel displays three labels: Male or Female (Confounder), at the center; Internet question mark (yes or no) (Explanatory), at the left; and Lied question mark (yes or no) (Response), at the right. Two arrows from the label Male or Female (Confounder), point to the labels Internet question mark (yes or no) (Explanatory) on the left; and Lied question mark (yes or no) (Response) on the right. Another dashed arrow from the label Internet question mark (yes or no) (Explanatory) point to the label Lied question mark (yes or no) (Response) and is labeled question mark. &#10;In the bottom panel, the same labels with arrows as in the top panel are displayed. In addition, the label Male/Female (Confounder) is crossed out. "/>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tretch>
            <a:fillRect/>
          </a:stretch>
        </p:blipFill>
        <p:spPr bwMode="auto">
          <a:xfrm>
            <a:off x="2350966" y="2938156"/>
            <a:ext cx="4442069" cy="32249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86390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(6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304800" y="1911350"/>
            <a:ext cx="8534400" cy="4325765"/>
          </a:xfrm>
          <a:prstGeom prst="rect">
            <a:avLst/>
          </a:prstGeom>
        </p:spPr>
        <p:txBody>
          <a:bodyPr/>
          <a:lstStyle/>
          <a:p>
            <a:pPr marL="6350" indent="0">
              <a:buNone/>
            </a:pPr>
            <a:r>
              <a:rPr lang="en-US" b="1" dirty="0"/>
              <a:t>Step 3. Explore the data.</a:t>
            </a:r>
          </a:p>
          <a:p>
            <a:pPr marL="292608" indent="-292608">
              <a:buClr>
                <a:schemeClr val="accent2"/>
              </a:buClr>
              <a:buFont typeface="Arial" pitchFamily="34" charset="0"/>
              <a:buChar char="•"/>
            </a:pPr>
            <a:r>
              <a:rPr lang="en-US" dirty="0"/>
              <a:t>The researchers found that 24 of 26 (92%) who used email were guilty of lying compared to 14 of 22 (64%) who used paper and pencil.</a:t>
            </a:r>
          </a:p>
          <a:p>
            <a:pPr marL="292608" indent="-292608">
              <a:buClr>
                <a:schemeClr val="accent2"/>
              </a:buClr>
              <a:buFont typeface="Arial" pitchFamily="34" charset="0"/>
              <a:buChar char="•"/>
            </a:pPr>
            <a:r>
              <a:rPr lang="en-US" dirty="0"/>
              <a:t>These are called conditional proportions and we will take a closer look at them in Chapter 5.</a:t>
            </a:r>
          </a:p>
        </p:txBody>
      </p:sp>
    </p:spTree>
    <p:extLst>
      <p:ext uri="{BB962C8B-B14F-4D97-AF65-F5344CB8AC3E}">
        <p14:creationId xmlns:p14="http://schemas.microsoft.com/office/powerpoint/2010/main" val="28750021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(7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258306" y="1607520"/>
            <a:ext cx="8260234" cy="4629595"/>
          </a:xfrm>
          <a:prstGeom prst="rect">
            <a:avLst/>
          </a:prstGeom>
        </p:spPr>
        <p:txBody>
          <a:bodyPr/>
          <a:lstStyle/>
          <a:p>
            <a:pPr marL="6350" indent="0">
              <a:buNone/>
            </a:pPr>
            <a:r>
              <a:rPr lang="en-US" sz="2400" b="1" dirty="0"/>
              <a:t>Step 4. Draw inferences beyond the data. </a:t>
            </a:r>
          </a:p>
          <a:p>
            <a:pPr marL="292608" indent="-292608">
              <a:buClr>
                <a:schemeClr val="accent2"/>
              </a:buClr>
              <a:buFont typeface="Arial" pitchFamily="34" charset="0"/>
              <a:buChar char="•"/>
            </a:pPr>
            <a:r>
              <a:rPr lang="en-US" sz="2400" dirty="0"/>
              <a:t>There are two possible explanations for getting a difference in proportions as large as the 64% and 92% that we saw from the data.</a:t>
            </a:r>
          </a:p>
          <a:p>
            <a:pPr marL="411480" lvl="1" indent="0">
              <a:buNone/>
            </a:pPr>
            <a:r>
              <a:rPr lang="en-US" sz="2200" b="1" dirty="0"/>
              <a:t>1. </a:t>
            </a:r>
            <a:r>
              <a:rPr lang="en-US" sz="2200" dirty="0"/>
              <a:t>People felt more comfortable and tend to lie more when using email. In other words the format of the game influenced how people responded.</a:t>
            </a:r>
          </a:p>
          <a:p>
            <a:pPr marL="411480" lvl="1" indent="0">
              <a:buNone/>
            </a:pPr>
            <a:r>
              <a:rPr lang="en-US" sz="2200" b="1" dirty="0"/>
              <a:t>2. </a:t>
            </a:r>
            <a:r>
              <a:rPr lang="en-US" sz="2200" dirty="0"/>
              <a:t>Perhaps the format does not influence the response and it was just luck of the draw that put more “liars” into the email group.</a:t>
            </a:r>
          </a:p>
          <a:p>
            <a:pPr marL="292608" indent="-292608">
              <a:buClr>
                <a:schemeClr val="accent2"/>
              </a:buClr>
              <a:buFont typeface="Arial" pitchFamily="34" charset="0"/>
              <a:buChar char="•"/>
            </a:pPr>
            <a:r>
              <a:rPr lang="en-US" sz="2400" dirty="0"/>
              <a:t>We will see in the next chapter that it’s highly unlikely (</a:t>
            </a:r>
            <a:r>
              <a:rPr lang="en-US" sz="2400" i="1" dirty="0"/>
              <a:t>p</a:t>
            </a:r>
            <a:r>
              <a:rPr lang="en-US" sz="2400" dirty="0"/>
              <a:t>-value ≈ 0.015) that we would get a difference in proportions as large as we did if the second explanation is true.</a:t>
            </a:r>
          </a:p>
        </p:txBody>
      </p:sp>
    </p:spTree>
    <p:extLst>
      <p:ext uri="{BB962C8B-B14F-4D97-AF65-F5344CB8AC3E}">
        <p14:creationId xmlns:p14="http://schemas.microsoft.com/office/powerpoint/2010/main" val="3073518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Lying on the Internet </a:t>
            </a:r>
            <a:r>
              <a:rPr lang="en-US" sz="2000" b="0" dirty="0"/>
              <a:t>(8 of 8)</a:t>
            </a:r>
            <a:endParaRPr lang="en-US" dirty="0"/>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258306" y="1911350"/>
            <a:ext cx="8639709" cy="4325765"/>
          </a:xfrm>
          <a:prstGeom prst="rect">
            <a:avLst/>
          </a:prstGeom>
        </p:spPr>
        <p:txBody>
          <a:bodyPr/>
          <a:lstStyle/>
          <a:p>
            <a:pPr marL="6350" indent="0">
              <a:buNone/>
            </a:pPr>
            <a:r>
              <a:rPr lang="en-US" sz="2400" b="1" dirty="0"/>
              <a:t>Step 5. Formulate conclusions.</a:t>
            </a:r>
          </a:p>
          <a:p>
            <a:pPr marL="292608" indent="-292608">
              <a:buClr>
                <a:schemeClr val="accent2"/>
              </a:buClr>
              <a:buFont typeface="Arial" pitchFamily="34" charset="0"/>
              <a:buChar char="•"/>
            </a:pPr>
            <a:r>
              <a:rPr lang="en-US" sz="2400" dirty="0"/>
              <a:t>Since the results are statistically significant, we can say we have strong evidence that a larger proportion tend to lie when using email as their method of communication in this game and that the method </a:t>
            </a:r>
            <a:r>
              <a:rPr lang="en-US" sz="2400" b="1" dirty="0"/>
              <a:t>caused</a:t>
            </a:r>
            <a:r>
              <a:rPr lang="en-US" sz="2400" dirty="0"/>
              <a:t> this difference.</a:t>
            </a:r>
          </a:p>
          <a:p>
            <a:pPr marL="292608" indent="-292608">
              <a:buClr>
                <a:schemeClr val="accent2"/>
              </a:buClr>
              <a:buFont typeface="Arial" pitchFamily="34" charset="0"/>
              <a:buChar char="•"/>
            </a:pPr>
            <a:r>
              <a:rPr lang="en-US" sz="2400" dirty="0"/>
              <a:t>We can conclude this causation because random assignment should have balanced out any confounding variables that might be present.</a:t>
            </a:r>
          </a:p>
          <a:p>
            <a:pPr marL="292608" indent="-292608">
              <a:buClr>
                <a:schemeClr val="accent2"/>
              </a:buClr>
              <a:buFont typeface="Arial" pitchFamily="34" charset="0"/>
              <a:buChar char="•"/>
            </a:pPr>
            <a:r>
              <a:rPr lang="en-US" sz="2400" dirty="0"/>
              <a:t>Since the subjects in the study were all business school graduate students, we should be careful on how far we can generalize these results.</a:t>
            </a:r>
          </a:p>
        </p:txBody>
      </p:sp>
    </p:spTree>
    <p:extLst>
      <p:ext uri="{BB962C8B-B14F-4D97-AF65-F5344CB8AC3E}">
        <p14:creationId xmlns:p14="http://schemas.microsoft.com/office/powerpoint/2010/main" val="29619908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4.2: </a:t>
            </a:r>
            <a:r>
              <a:rPr lang="en-US" dirty="0"/>
              <a:t>The Big Idea</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258306" y="1911350"/>
            <a:ext cx="8639709" cy="4325765"/>
          </a:xfrm>
          <a:prstGeom prst="rect">
            <a:avLst/>
          </a:prstGeom>
        </p:spPr>
        <p:txBody>
          <a:bodyPr/>
          <a:lstStyle/>
          <a:p>
            <a:pPr marL="292608" indent="-292608">
              <a:buClr>
                <a:schemeClr val="accent2"/>
              </a:buClr>
              <a:buFont typeface="Arial" pitchFamily="34" charset="0"/>
              <a:buChar char="•"/>
            </a:pPr>
            <a:r>
              <a:rPr lang="en-US" dirty="0"/>
              <a:t>Confounding variables are controlled in experiments due to the </a:t>
            </a:r>
            <a:r>
              <a:rPr lang="en-US" b="1" dirty="0"/>
              <a:t>random assignment </a:t>
            </a:r>
            <a:r>
              <a:rPr lang="en-US" dirty="0"/>
              <a:t>of subjects to treatment groups.</a:t>
            </a:r>
          </a:p>
          <a:p>
            <a:pPr marL="292608" indent="-292608">
              <a:buClr>
                <a:schemeClr val="accent2"/>
              </a:buClr>
              <a:buFont typeface="Arial" pitchFamily="34" charset="0"/>
              <a:buChar char="•"/>
            </a:pPr>
            <a:r>
              <a:rPr lang="en-US" dirty="0"/>
              <a:t>Randomly assigning people to groups tends to balance out all other variables between the groups.</a:t>
            </a:r>
          </a:p>
          <a:p>
            <a:pPr marL="292608" indent="-292608">
              <a:buClr>
                <a:schemeClr val="accent2"/>
              </a:buClr>
              <a:buFont typeface="Arial" pitchFamily="34" charset="0"/>
              <a:buChar char="•"/>
            </a:pPr>
            <a:r>
              <a:rPr lang="en-US" dirty="0"/>
              <a:t>So variables that could have an effect on the response should be equalized between the two groups and therefore should not be confounding.</a:t>
            </a:r>
          </a:p>
          <a:p>
            <a:pPr marL="292608" indent="-292608">
              <a:buClr>
                <a:schemeClr val="accent2"/>
              </a:buClr>
              <a:buFont typeface="Arial" pitchFamily="34" charset="0"/>
              <a:buChar char="•"/>
            </a:pPr>
            <a:r>
              <a:rPr lang="en-US" b="1" dirty="0"/>
              <a:t>Thus, cause and effect conclusions are possible in experiments through random assignment. </a:t>
            </a:r>
            <a:r>
              <a:rPr lang="en-US" dirty="0"/>
              <a:t>(It must be a well-run experiment.)</a:t>
            </a:r>
          </a:p>
        </p:txBody>
      </p:sp>
    </p:spTree>
    <p:extLst>
      <p:ext uri="{BB962C8B-B14F-4D97-AF65-F5344CB8AC3E}">
        <p14:creationId xmlns:p14="http://schemas.microsoft.com/office/powerpoint/2010/main" val="4197802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a:bodyPr>
          <a:lstStyle/>
          <a:p>
            <a:r>
              <a:rPr lang="en-US" dirty="0">
                <a:solidFill>
                  <a:srgbClr val="196E78"/>
                </a:solidFill>
              </a:rPr>
              <a:t>Example 4.2: </a:t>
            </a:r>
            <a:r>
              <a:rPr lang="en-US" dirty="0"/>
              <a:t>Random vs Random</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258306" y="1911350"/>
            <a:ext cx="8639709" cy="4325765"/>
          </a:xfrm>
          <a:prstGeom prst="rect">
            <a:avLst/>
          </a:prstGeom>
        </p:spPr>
        <p:txBody>
          <a:bodyPr/>
          <a:lstStyle/>
          <a:p>
            <a:pPr marL="292608" indent="-292608">
              <a:buClr>
                <a:schemeClr val="accent2"/>
              </a:buClr>
              <a:buFont typeface="Arial" pitchFamily="34" charset="0"/>
              <a:buChar char="•"/>
            </a:pPr>
            <a:r>
              <a:rPr lang="en-US" dirty="0"/>
              <a:t>With observational studies, </a:t>
            </a:r>
            <a:r>
              <a:rPr lang="en-US" b="1" dirty="0"/>
              <a:t>random sampling </a:t>
            </a:r>
            <a:r>
              <a:rPr lang="en-US" dirty="0"/>
              <a:t>is often used.  This possibly allows us to make inferences from the sample to the population from which the sample was drawn.</a:t>
            </a:r>
          </a:p>
          <a:p>
            <a:pPr marL="292608" indent="-292608">
              <a:buClr>
                <a:schemeClr val="accent2"/>
              </a:buClr>
              <a:buFont typeface="Arial" pitchFamily="34" charset="0"/>
              <a:buChar char="•"/>
            </a:pPr>
            <a:r>
              <a:rPr lang="en-US" dirty="0"/>
              <a:t>With experiments, </a:t>
            </a:r>
            <a:r>
              <a:rPr lang="en-US" b="1" dirty="0"/>
              <a:t>random assignment </a:t>
            </a:r>
            <a:r>
              <a:rPr lang="en-US" dirty="0"/>
              <a:t>is often used.  This allows us to possibly conclude causation.</a:t>
            </a:r>
          </a:p>
        </p:txBody>
      </p:sp>
    </p:spTree>
    <p:extLst>
      <p:ext uri="{BB962C8B-B14F-4D97-AF65-F5344CB8AC3E}">
        <p14:creationId xmlns:p14="http://schemas.microsoft.com/office/powerpoint/2010/main" val="15505208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6687E-1398-4E2F-B2E5-752A4515DCAD}"/>
              </a:ext>
            </a:extLst>
          </p:cNvPr>
          <p:cNvSpPr>
            <a:spLocks noGrp="1"/>
          </p:cNvSpPr>
          <p:nvPr>
            <p:ph type="title"/>
          </p:nvPr>
        </p:nvSpPr>
        <p:spPr/>
        <p:txBody>
          <a:bodyPr>
            <a:normAutofit fontScale="90000"/>
          </a:bodyPr>
          <a:lstStyle/>
          <a:p>
            <a:r>
              <a:rPr lang="en-US" dirty="0">
                <a:solidFill>
                  <a:srgbClr val="196E78"/>
                </a:solidFill>
              </a:rPr>
              <a:t>Example 4.2: </a:t>
            </a:r>
            <a:r>
              <a:rPr lang="en-US" dirty="0"/>
              <a:t>Blocking and Random Assignment</a:t>
            </a:r>
          </a:p>
        </p:txBody>
      </p:sp>
      <p:sp>
        <p:nvSpPr>
          <p:cNvPr id="3" name="Content Placeholder 2">
            <a:extLst>
              <a:ext uri="{FF2B5EF4-FFF2-40B4-BE49-F238E27FC236}">
                <a16:creationId xmlns:a16="http://schemas.microsoft.com/office/drawing/2014/main" id="{F560478D-FD83-4675-BAAB-76846DAF7B63}"/>
              </a:ext>
            </a:extLst>
          </p:cNvPr>
          <p:cNvSpPr>
            <a:spLocks noGrp="1"/>
          </p:cNvSpPr>
          <p:nvPr>
            <p:ph sz="quarter" idx="12"/>
          </p:nvPr>
        </p:nvSpPr>
        <p:spPr>
          <a:xfrm>
            <a:off x="258306" y="1911350"/>
            <a:ext cx="8639709" cy="4325765"/>
          </a:xfrm>
          <a:prstGeom prst="rect">
            <a:avLst/>
          </a:prstGeom>
        </p:spPr>
        <p:txBody>
          <a:bodyPr/>
          <a:lstStyle/>
          <a:p>
            <a:pPr marL="292608" indent="-292608">
              <a:buClr>
                <a:schemeClr val="accent2"/>
              </a:buClr>
              <a:buFont typeface="Arial" pitchFamily="34" charset="0"/>
              <a:buChar char="•"/>
            </a:pPr>
            <a:r>
              <a:rPr lang="en-US" dirty="0"/>
              <a:t>The goal in random assignment is to make two groups as similar as possible.</a:t>
            </a:r>
          </a:p>
          <a:p>
            <a:pPr marL="292608" indent="-292608">
              <a:buClr>
                <a:schemeClr val="accent2"/>
              </a:buClr>
              <a:buFont typeface="Arial" pitchFamily="34" charset="0"/>
              <a:buChar char="•"/>
            </a:pPr>
            <a:r>
              <a:rPr lang="en-US" dirty="0"/>
              <a:t>Sometimes there are characteristics (or variables) of subjects that you can see, and you can </a:t>
            </a:r>
            <a:r>
              <a:rPr lang="en-US" i="1" dirty="0"/>
              <a:t>block</a:t>
            </a:r>
            <a:r>
              <a:rPr lang="en-US" dirty="0"/>
              <a:t> on these variables.</a:t>
            </a:r>
          </a:p>
          <a:p>
            <a:pPr marL="749808" lvl="1" indent="-292608">
              <a:buClr>
                <a:schemeClr val="accent2"/>
              </a:buClr>
              <a:buFont typeface="Arial" pitchFamily="34" charset="0"/>
              <a:buChar char="•"/>
            </a:pPr>
            <a:r>
              <a:rPr lang="en-US" dirty="0"/>
              <a:t>Make each group have the same characteristics of your subjects.</a:t>
            </a:r>
          </a:p>
        </p:txBody>
      </p:sp>
    </p:spTree>
    <p:extLst>
      <p:ext uri="{BB962C8B-B14F-4D97-AF65-F5344CB8AC3E}">
        <p14:creationId xmlns:p14="http://schemas.microsoft.com/office/powerpoint/2010/main" val="28335722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6ACE-C819-E6FD-D56A-E0B6BF33D43C}"/>
              </a:ext>
            </a:extLst>
          </p:cNvPr>
          <p:cNvSpPr>
            <a:spLocks noGrp="1"/>
          </p:cNvSpPr>
          <p:nvPr>
            <p:ph type="title"/>
          </p:nvPr>
        </p:nvSpPr>
        <p:spPr/>
        <p:txBody>
          <a:bodyPr>
            <a:normAutofit fontScale="90000"/>
          </a:bodyPr>
          <a:lstStyle/>
          <a:p>
            <a:r>
              <a:rPr lang="en-US" dirty="0">
                <a:solidFill>
                  <a:srgbClr val="196E78"/>
                </a:solidFill>
              </a:rPr>
              <a:t>Example 4.2: </a:t>
            </a:r>
            <a:r>
              <a:rPr lang="en-US" dirty="0"/>
              <a:t>Blocking and Random Assignment</a:t>
            </a:r>
          </a:p>
        </p:txBody>
      </p:sp>
      <p:sp>
        <p:nvSpPr>
          <p:cNvPr id="3" name="Slide Number Placeholder 2">
            <a:extLst>
              <a:ext uri="{FF2B5EF4-FFF2-40B4-BE49-F238E27FC236}">
                <a16:creationId xmlns:a16="http://schemas.microsoft.com/office/drawing/2014/main" id="{1FDE6ACD-9766-2AC1-4474-46B82528838F}"/>
              </a:ext>
            </a:extLst>
          </p:cNvPr>
          <p:cNvSpPr>
            <a:spLocks noGrp="1"/>
          </p:cNvSpPr>
          <p:nvPr>
            <p:ph type="sldNum" sz="quarter" idx="10"/>
          </p:nvPr>
        </p:nvSpPr>
        <p:spPr/>
        <p:txBody>
          <a:bodyPr/>
          <a:lstStyle/>
          <a:p>
            <a:fld id="{67B19427-F580-D146-B60E-4CADEE75497F}" type="slidenum">
              <a:rPr lang="en-US" smtClean="0"/>
              <a:pPr/>
              <a:t>37</a:t>
            </a:fld>
            <a:endParaRPr lang="en-US" dirty="0"/>
          </a:p>
        </p:txBody>
      </p:sp>
      <p:sp>
        <p:nvSpPr>
          <p:cNvPr id="4" name="Footer Placeholder 3">
            <a:extLst>
              <a:ext uri="{FF2B5EF4-FFF2-40B4-BE49-F238E27FC236}">
                <a16:creationId xmlns:a16="http://schemas.microsoft.com/office/drawing/2014/main" id="{D35273D9-5943-3753-B082-8A1A7BC68E4F}"/>
              </a:ext>
            </a:extLst>
          </p:cNvPr>
          <p:cNvSpPr>
            <a:spLocks noGrp="1"/>
          </p:cNvSpPr>
          <p:nvPr>
            <p:ph type="ftr" sz="quarter" idx="11"/>
          </p:nvPr>
        </p:nvSpPr>
        <p:spPr/>
        <p:txBody>
          <a:bodyPr/>
          <a:lstStyle/>
          <a:p>
            <a:r>
              <a:rPr lang="en-US"/>
              <a:t>Copyright ©2020 John Wiley &amp; Sons, Inc. </a:t>
            </a:r>
            <a:endParaRPr lang="en-US" dirty="0"/>
          </a:p>
        </p:txBody>
      </p:sp>
      <p:sp>
        <p:nvSpPr>
          <p:cNvPr id="5" name="Content Placeholder 4">
            <a:extLst>
              <a:ext uri="{FF2B5EF4-FFF2-40B4-BE49-F238E27FC236}">
                <a16:creationId xmlns:a16="http://schemas.microsoft.com/office/drawing/2014/main" id="{D4D42AEA-EAAE-A92E-4277-4ABBD0EFCAE4}"/>
              </a:ext>
            </a:extLst>
          </p:cNvPr>
          <p:cNvSpPr>
            <a:spLocks noGrp="1"/>
          </p:cNvSpPr>
          <p:nvPr>
            <p:ph sz="quarter" idx="12"/>
          </p:nvPr>
        </p:nvSpPr>
        <p:spPr/>
        <p:txBody>
          <a:bodyPr/>
          <a:lstStyle/>
          <a:p>
            <a:pPr marL="292608" indent="-292608">
              <a:buClr>
                <a:schemeClr val="accent2"/>
              </a:buClr>
              <a:buFont typeface="Arial" pitchFamily="34" charset="0"/>
              <a:buChar char="•"/>
            </a:pPr>
            <a:r>
              <a:rPr lang="en-US" dirty="0"/>
              <a:t>For example, if our subjects consist of 60% females and 40% males, we can force each group to consist of 60% female and 40% male.</a:t>
            </a:r>
          </a:p>
          <a:p>
            <a:pPr marL="292608" indent="-292608">
              <a:buClr>
                <a:schemeClr val="accent2"/>
              </a:buClr>
              <a:buFont typeface="Arial" pitchFamily="34" charset="0"/>
              <a:buChar char="•"/>
            </a:pPr>
            <a:r>
              <a:rPr lang="en-US" dirty="0"/>
              <a:t>So block when you can, but when you can’t (which is most of the time) randomly assign subjects to groups to make them as similar as possible.</a:t>
            </a:r>
          </a:p>
          <a:p>
            <a:endParaRPr lang="en-US" dirty="0"/>
          </a:p>
        </p:txBody>
      </p:sp>
    </p:spTree>
    <p:extLst>
      <p:ext uri="{BB962C8B-B14F-4D97-AF65-F5344CB8AC3E}">
        <p14:creationId xmlns:p14="http://schemas.microsoft.com/office/powerpoint/2010/main" val="29559735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cf8aa8fa7fd8e837bfc97e1ceb5351635cb40"/>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NOPREFERENCE" val="False"/>
</p:tagLst>
</file>

<file path=ppt/tags/tag7.xml><?xml version="1.0" encoding="utf-8"?>
<p:tagLst xmlns:a="http://schemas.openxmlformats.org/drawingml/2006/main" xmlns:r="http://schemas.openxmlformats.org/officeDocument/2006/relationships" xmlns:p="http://schemas.openxmlformats.org/presentationml/2006/main">
  <p:tag name="NOPREFERENCE" val="False"/>
</p:tagLst>
</file>

<file path=ppt/tags/tag8.xml><?xml version="1.0" encoding="utf-8"?>
<p:tagLst xmlns:a="http://schemas.openxmlformats.org/drawingml/2006/main" xmlns:r="http://schemas.openxmlformats.org/officeDocument/2006/relationships" xmlns:p="http://schemas.openxmlformats.org/presentationml/2006/main">
  <p:tag name="NOPREFERENCE" val="False"/>
</p:tagLst>
</file>

<file path=ppt/tags/tag9.xml><?xml version="1.0" encoding="utf-8"?>
<p:tagLst xmlns:a="http://schemas.openxmlformats.org/drawingml/2006/main" xmlns:r="http://schemas.openxmlformats.org/officeDocument/2006/relationships" xmlns:p="http://schemas.openxmlformats.org/presentationml/2006/main">
  <p:tag name="NOPREFERENCE" val="False"/>
</p:tagLst>
</file>

<file path=ppt/tags/tag10.xml><?xml version="1.0" encoding="utf-8"?>
<p:tagLst xmlns:a="http://schemas.openxmlformats.org/drawingml/2006/main" xmlns:r="http://schemas.openxmlformats.org/officeDocument/2006/relationships" xmlns:p="http://schemas.openxmlformats.org/presentationml/2006/main">
  <p:tag name="NOPREFERENCE" val="False"/>
</p:tagLst>
</file>

<file path=ppt/theme/theme1.xml><?xml version="1.0" encoding="utf-8"?>
<a:theme xmlns:a="http://schemas.openxmlformats.org/drawingml/2006/main" name="Open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pter Outline">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earning Objectives">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oncept Check Questio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Key Term">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Image Slide Master">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Custom Design">
  <a:themeElements>
    <a:clrScheme name="Standard Design">
      <a:dk1>
        <a:srgbClr val="000000"/>
      </a:dk1>
      <a:lt1>
        <a:srgbClr val="FFFFFF"/>
      </a:lt1>
      <a:dk2>
        <a:srgbClr val="1A698A"/>
      </a:dk2>
      <a:lt2>
        <a:srgbClr val="FFFEFE"/>
      </a:lt2>
      <a:accent1>
        <a:srgbClr val="196E78"/>
      </a:accent1>
      <a:accent2>
        <a:srgbClr val="911B21"/>
      </a:accent2>
      <a:accent3>
        <a:srgbClr val="73653A"/>
      </a:accent3>
      <a:accent4>
        <a:srgbClr val="15344A"/>
      </a:accent4>
      <a:accent5>
        <a:srgbClr val="5A6F80"/>
      </a:accent5>
      <a:accent6>
        <a:srgbClr val="404140"/>
      </a:accent6>
      <a:hlink>
        <a:srgbClr val="1A698A"/>
      </a:hlink>
      <a:folHlink>
        <a:srgbClr val="4F3B58"/>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F10621752DDA45BBA1A9E0C777CF7F" ma:contentTypeVersion="9" ma:contentTypeDescription="Create a new document." ma:contentTypeScope="" ma:versionID="efa1ede8a83401231b78670a05c64e0e">
  <xsd:schema xmlns:xsd="http://www.w3.org/2001/XMLSchema" xmlns:xs="http://www.w3.org/2001/XMLSchema" xmlns:p="http://schemas.microsoft.com/office/2006/metadata/properties" xmlns:ns2="8315d039-e8c3-459d-8509-28d69709fdd9" targetNamespace="http://schemas.microsoft.com/office/2006/metadata/properties" ma:root="true" ma:fieldsID="77c17fb807b6633b81d5adc987d26445" ns2:_="">
    <xsd:import namespace="8315d039-e8c3-459d-8509-28d69709fdd9"/>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315d039-e8c3-459d-8509-28d69709fdd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93F815B-6E6B-437C-95EA-B6C979BFBC91}">
  <ds:schemaRefs>
    <ds:schemaRef ds:uri="http://schemas.microsoft.com/sharepoint/v3/contenttype/forms"/>
  </ds:schemaRefs>
</ds:datastoreItem>
</file>

<file path=customXml/itemProps2.xml><?xml version="1.0" encoding="utf-8"?>
<ds:datastoreItem xmlns:ds="http://schemas.openxmlformats.org/officeDocument/2006/customXml" ds:itemID="{6936CF6A-C1C3-4ABA-ACA7-1D450D43CCA9}">
  <ds:schemaRef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8315d039-e8c3-459d-8509-28d69709fdd9"/>
    <ds:schemaRef ds:uri="http://schemas.microsoft.com/office/2006/documentManagement/types"/>
    <ds:schemaRef ds:uri="http://www.w3.org/XML/1998/namespace"/>
    <ds:schemaRef ds:uri="http://purl.org/dc/dcmitype/"/>
  </ds:schemaRefs>
</ds:datastoreItem>
</file>

<file path=customXml/itemProps3.xml><?xml version="1.0" encoding="utf-8"?>
<ds:datastoreItem xmlns:ds="http://schemas.openxmlformats.org/officeDocument/2006/customXml" ds:itemID="{DD4CCD45-0D72-4690-AA7C-A10B8BAB52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315d039-e8c3-459d-8509-28d69709fdd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20684</TotalTime>
  <Words>2441</Words>
  <Application>Microsoft Macintosh PowerPoint</Application>
  <PresentationFormat>On-screen Show (4:3)</PresentationFormat>
  <Paragraphs>232</Paragraphs>
  <Slides>37</Slides>
  <Notes>2</Notes>
  <HiddenSlides>0</HiddenSlides>
  <MMClips>0</MMClips>
  <ScaleCrop>false</ScaleCrop>
  <HeadingPairs>
    <vt:vector size="6" baseType="variant">
      <vt:variant>
        <vt:lpstr>Fonts Used</vt:lpstr>
      </vt:variant>
      <vt:variant>
        <vt:i4>8</vt:i4>
      </vt:variant>
      <vt:variant>
        <vt:lpstr>Theme</vt:lpstr>
      </vt:variant>
      <vt:variant>
        <vt:i4>8</vt:i4>
      </vt:variant>
      <vt:variant>
        <vt:lpstr>Slide Titles</vt:lpstr>
      </vt:variant>
      <vt:variant>
        <vt:i4>37</vt:i4>
      </vt:variant>
    </vt:vector>
  </HeadingPairs>
  <TitlesOfParts>
    <vt:vector size="53" baseType="lpstr">
      <vt:lpstr>Arial</vt:lpstr>
      <vt:lpstr>Calibri</vt:lpstr>
      <vt:lpstr>Calibri Light</vt:lpstr>
      <vt:lpstr>Courier New</vt:lpstr>
      <vt:lpstr>Source Sans Pro</vt:lpstr>
      <vt:lpstr>STIX</vt:lpstr>
      <vt:lpstr>Times New Roman</vt:lpstr>
      <vt:lpstr>Wingdings</vt:lpstr>
      <vt:lpstr>Opener</vt:lpstr>
      <vt:lpstr>Chapter Outline</vt:lpstr>
      <vt:lpstr>Learning Objectives</vt:lpstr>
      <vt:lpstr>Concept Check Question</vt:lpstr>
      <vt:lpstr>Key Term</vt:lpstr>
      <vt:lpstr>Image Slide Master</vt:lpstr>
      <vt:lpstr>1_Custom Design</vt:lpstr>
      <vt:lpstr>Custom Design</vt:lpstr>
      <vt:lpstr>Introduction to Statistical Investigations</vt:lpstr>
      <vt:lpstr>Is this on the midterm exam?</vt:lpstr>
      <vt:lpstr>Big Idea of Chapter 4 (1 of 2)</vt:lpstr>
      <vt:lpstr>Big Idea of Chapter 4 (2 of 2)</vt:lpstr>
      <vt:lpstr>Types of Variables</vt:lpstr>
      <vt:lpstr>Explanatory vs. Response</vt:lpstr>
      <vt:lpstr>Roles of Variables</vt:lpstr>
      <vt:lpstr>Observational Studies (1 of 2)</vt:lpstr>
      <vt:lpstr>Observational Studies (2 of 2)</vt:lpstr>
      <vt:lpstr>Variable Association</vt:lpstr>
      <vt:lpstr>Confounding variable</vt:lpstr>
      <vt:lpstr>Example 4.1: Night Lights and Nearsightedness (1 of 5)</vt:lpstr>
      <vt:lpstr>Example 4.1: Night Lights and Nearsightedness (2 of 5)</vt:lpstr>
      <vt:lpstr>Example 4.1: Night Lights and Nearsightedness (3 of 5)</vt:lpstr>
      <vt:lpstr>Example 4.1: Night Lights and Nearsightedness (4 of 5)</vt:lpstr>
      <vt:lpstr>Example 4.1: Night Lights and Nearsightedness (5 of 5)</vt:lpstr>
      <vt:lpstr>Example 4.1: Confounding Variables (1 of 2)</vt:lpstr>
      <vt:lpstr>Example 4.1: Confounding Variables (2 of 2)</vt:lpstr>
      <vt:lpstr>Example 4.1: Diagramming this Study (1 of 2)</vt:lpstr>
      <vt:lpstr>Example 4.1: Diagramming this Study (2 of 2)</vt:lpstr>
      <vt:lpstr>4.2: Observational Studies vs. Experiments</vt:lpstr>
      <vt:lpstr>4.2: Observational Studies vs Experiments (1 of 2)</vt:lpstr>
      <vt:lpstr>Observational Studies vs Experiments (2 of 2)</vt:lpstr>
      <vt:lpstr>Example 4.2: Lying on the Internet (1 of 8)</vt:lpstr>
      <vt:lpstr>Example 4.2: Lying on the Internet</vt:lpstr>
      <vt:lpstr>Example 4.2: Lying on the Internet </vt:lpstr>
      <vt:lpstr>Example 4.2: Lying on the Internet (2 of 8)</vt:lpstr>
      <vt:lpstr>Example 4.2: Lying on the Internet (3 of 8)</vt:lpstr>
      <vt:lpstr>Example 4.2: Lying on the Internet (4 of 8)</vt:lpstr>
      <vt:lpstr>Example 4.2: Lying on the Internet (5 of 8)</vt:lpstr>
      <vt:lpstr>Example 4.2: Lying on the Internet (6 of 8)</vt:lpstr>
      <vt:lpstr>Example 4.2: Lying on the Internet (7 of 8)</vt:lpstr>
      <vt:lpstr>Example 4.2: Lying on the Internet (8 of 8)</vt:lpstr>
      <vt:lpstr>Example 4.2: The Big Idea</vt:lpstr>
      <vt:lpstr>Example 4.2: Random vs Random</vt:lpstr>
      <vt:lpstr>Example 4.2: Blocking and Random Assignment</vt:lpstr>
      <vt:lpstr>Example 4.2: Blocking and Random Assignment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 Causation: Can We Say What Caused the Effect?</dc:title>
  <dc:subject>Statistics</dc:subject>
  <dc:creator>Tintle</dc:creator>
  <cp:lastModifiedBy>Sarah R Roscoe</cp:lastModifiedBy>
  <cp:revision>2203</cp:revision>
  <cp:lastPrinted>2017-04-26T13:25:47Z</cp:lastPrinted>
  <dcterms:created xsi:type="dcterms:W3CDTF">2017-04-21T14:49:46Z</dcterms:created>
  <dcterms:modified xsi:type="dcterms:W3CDTF">2026-03-19T16:03:12Z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0x01010045F10621752DDA45BBA1A9E0C777CF7F</vt:lpwstr>
  </property>
</Properties>
</file>